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63844c0cb24be8" /><Relationship Type="http://schemas.openxmlformats.org/officeDocument/2006/relationships/extended-properties" Target="/docProps/app.xml" Id="R77876ad9222b41ea" /><Relationship Type="http://schemas.openxmlformats.org/officeDocument/2006/relationships/officeDocument" Target="/ppt/presentation.xml" Id="R3177276cbcf944bd" /></Relationships>
</file>

<file path=ppt/presentation.xml><?xml version="1.0" encoding="utf-8"?>
<p:presentation xmlns:p="http://schemas.openxmlformats.org/presentationml/2006/main">
  <p:sldMasterIdLst>
    <p:sldMasterId xmlns:r="http://schemas.openxmlformats.org/officeDocument/2006/relationships" id="2147483648" r:id="Ree699c27447a474b"/>
  </p:sldMasterIdLst>
  <p:notesMasterIdLst>
    <p:notesMasterId xmlns:r="http://schemas.openxmlformats.org/officeDocument/2006/relationships" r:id="R9bb99e5da29b48ce"/>
  </p:notesMasterIdLst>
  <p:sldIdLst>
    <p:sldId xmlns:r="http://schemas.openxmlformats.org/officeDocument/2006/relationships" id="256" r:id="Rd0eb56d1e918420c"/>
    <p:sldId xmlns:r="http://schemas.openxmlformats.org/officeDocument/2006/relationships" id="257" r:id="R1f9b34945c7c448f"/>
    <p:sldId xmlns:r="http://schemas.openxmlformats.org/officeDocument/2006/relationships" id="258" r:id="R7a0d9952cb084bd6"/>
    <p:sldId xmlns:r="http://schemas.openxmlformats.org/officeDocument/2006/relationships" id="259" r:id="R0714a78417b94511"/>
    <p:sldId xmlns:r="http://schemas.openxmlformats.org/officeDocument/2006/relationships" id="260" r:id="Rc7019832cb1e4e2f"/>
    <p:sldId xmlns:r="http://schemas.openxmlformats.org/officeDocument/2006/relationships" id="261" r:id="R00f0942c355140e8"/>
    <p:sldId xmlns:r="http://schemas.openxmlformats.org/officeDocument/2006/relationships" id="262" r:id="R0994c5b8991f4b7c"/>
    <p:sldId xmlns:r="http://schemas.openxmlformats.org/officeDocument/2006/relationships" id="263" r:id="Ra4f0c75ce39d4e78"/>
    <p:sldId xmlns:r="http://schemas.openxmlformats.org/officeDocument/2006/relationships" id="264" r:id="R9cc2d3e8ad264b89"/>
    <p:sldId xmlns:r="http://schemas.openxmlformats.org/officeDocument/2006/relationships" id="265" r:id="R84bc652511914a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361aa6eadc41d7" /><Relationship Type="http://schemas.openxmlformats.org/officeDocument/2006/relationships/slideMaster" Target="/ppt/slideMasters/slideMaster1.xml" Id="Ree699c27447a474b" /><Relationship Type="http://schemas.openxmlformats.org/officeDocument/2006/relationships/notesMaster" Target="/ppt/notesMasters/notesMaster1.xml" Id="R9bb99e5da29b48ce" /><Relationship Type="http://schemas.openxmlformats.org/officeDocument/2006/relationships/presProps" Target="/ppt/presProps.xml" Id="Rb41bf0f664e8452a" /><Relationship Type="http://schemas.openxmlformats.org/officeDocument/2006/relationships/tableStyles" Target="/ppt/tableStyles.xml" Id="R1310a18b9c9c4b9a" /><Relationship Type="http://schemas.openxmlformats.org/officeDocument/2006/relationships/slide" Target="/ppt/slides/slide1.xml" Id="Rd0eb56d1e918420c" /><Relationship Type="http://schemas.openxmlformats.org/officeDocument/2006/relationships/slide" Target="/ppt/slides/slide2.xml" Id="R1f9b34945c7c448f" /><Relationship Type="http://schemas.openxmlformats.org/officeDocument/2006/relationships/slide" Target="/ppt/slides/slide3.xml" Id="R7a0d9952cb084bd6" /><Relationship Type="http://schemas.openxmlformats.org/officeDocument/2006/relationships/slide" Target="/ppt/slides/slide4.xml" Id="R0714a78417b94511" /><Relationship Type="http://schemas.openxmlformats.org/officeDocument/2006/relationships/slide" Target="/ppt/slides/slide5.xml" Id="Rc7019832cb1e4e2f" /><Relationship Type="http://schemas.openxmlformats.org/officeDocument/2006/relationships/slide" Target="/ppt/slides/slide6.xml" Id="R00f0942c355140e8" /><Relationship Type="http://schemas.openxmlformats.org/officeDocument/2006/relationships/slide" Target="/ppt/slides/slide7.xml" Id="R0994c5b8991f4b7c" /><Relationship Type="http://schemas.openxmlformats.org/officeDocument/2006/relationships/slide" Target="/ppt/slides/slide8.xml" Id="Ra4f0c75ce39d4e78" /><Relationship Type="http://schemas.openxmlformats.org/officeDocument/2006/relationships/slide" Target="/ppt/slides/slide9.xml" Id="R9cc2d3e8ad264b89" /><Relationship Type="http://schemas.openxmlformats.org/officeDocument/2006/relationships/slide" Target="/ppt/slides/slide10.xml" Id="R84bc652511914a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afa7e54134488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4d75f5d9a1040d6" /><Relationship Type="http://schemas.openxmlformats.org/officeDocument/2006/relationships/notesMaster" Target="/ppt/notesMasters/notesMaster1.xml" Id="R5764229f8de54974"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7dc59c8fbc4286" /><Relationship Type="http://schemas.openxmlformats.org/officeDocument/2006/relationships/notesMaster" Target="/ppt/notesMasters/notesMaster1.xml" Id="Reec555d08c7843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762c5c3ec9a0469e" /><Relationship Type="http://schemas.openxmlformats.org/officeDocument/2006/relationships/notesMaster" Target="/ppt/notesMasters/notesMaster1.xml" Id="R0d43cc6beee54a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7d3ba1330a1e482c" /><Relationship Type="http://schemas.openxmlformats.org/officeDocument/2006/relationships/notesMaster" Target="/ppt/notesMasters/notesMaster1.xml" Id="R2abd91811e7f41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4d95491e4e4af6" /><Relationship Type="http://schemas.openxmlformats.org/officeDocument/2006/relationships/notesMaster" Target="/ppt/notesMasters/notesMaster1.xml" Id="Rd0815c4d65114e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2501c000424eca" /><Relationship Type="http://schemas.openxmlformats.org/officeDocument/2006/relationships/notesMaster" Target="/ppt/notesMasters/notesMaster1.xml" Id="R93b98a865b0a43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bc657caa71f5474b" /><Relationship Type="http://schemas.openxmlformats.org/officeDocument/2006/relationships/notesMaster" Target="/ppt/notesMasters/notesMaster1.xml" Id="Ra13da8f7122b4404" /></Relationships>
</file>

<file path=ppt/notesSlides/_rels/notesSlide8.xml.rels>&#65279;<?xml version="1.0" encoding="utf-8"?><Relationships xmlns="http://schemas.openxmlformats.org/package/2006/relationships"><Relationship Type="http://schemas.openxmlformats.org/officeDocument/2006/relationships/slide" Target="/ppt/slides/slide8.xml" Id="R06fe394e10314f91" /><Relationship Type="http://schemas.openxmlformats.org/officeDocument/2006/relationships/notesMaster" Target="/ppt/notesMasters/notesMaster1.xml" Id="R69cb9738dfac473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8a353a1fce04e06" /><Relationship Type="http://schemas.openxmlformats.org/officeDocument/2006/relationships/notesMaster" Target="/ppt/notesMasters/notesMaster1.xml" Id="R8b762d86ce294a7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8017c45e0f4eb2" /><Relationship Type="http://schemas.openxmlformats.org/officeDocument/2006/relationships/notesMaster" Target="/ppt/notesMasters/notesMaster1.xml" Id="Rabdb1deaf1aa4e1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ini membantu orang mengenal pondok, mendaftar, berdonasi, dan menghubungi pengurus. Pengurus memakai ruang khusus untuk memperbarui informasi dan menangani kiriman. Presentasi ini merangkum cara pakai; langkah rinci tetap tersedia di manual PDF.</a:t>
            </a:r>
          </a:p>
          <a:p xmlns:a="http://schemas.openxmlformats.org/drawingml/2006/main">
            <a:r>
              <a:t/>
            </a:r>
          </a:p>
          <a:p xmlns:a="http://schemas.openxmlformats.org/drawingml/2006/main">
            <a:r>
              <a:t>Sumber: Panduan_Pengguna_An-Nahl_2026-10-30.pdf, pengantar dan bagian 1-2. Screenshot diambil dari proyek lokal tanggal 30 Oktober 2026. Tampilan pengurus memakai mode demo; data produksi tidak ditampilkan.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Tunjukkan menu atas pada screenshot. Beranda memberi ringkasan, Tentang menjelaskan profil, dan Program berisi pilihan pendidikan. Berita serta Galeri memperlihatkan kegiatan. Pendaftaran, Donasi, dan Kontak membantu pengunjung mengambil langkah berikutnya. Di ponsel, menu dibuka lewat ikon tiga garis.</a:t>
            </a:r>
          </a:p>
          <a:p xmlns:a="http://schemas.openxmlformats.org/drawingml/2006/main">
            <a:r>
              <a:t/>
            </a:r>
          </a:p>
          <a:p xmlns:a="http://schemas.openxmlformats.org/drawingml/2006/main">
            <a:r>
              <a:t>Sumber: Panduan_Pengguna_An-Nahl_2026-10-30.pdf, bagian 2-3. Screenshot diambil dari proyek lokal tanggal 30 Oktober 2026. Tampilan pengurus memakai mode demo; data produksi tidak ditampilkan.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Minta peserta memastikan nama, tanggal lahir, asal sekolah, program, alamat, dan nomor WhatsApp wali sudah benar. Lampiran menerima JPG, PNG, WebP, PDF, DOCX, XLSX, atau PPTX. Setelah klik Kirim Pendaftaran, tunggu pemberitahuan. Pengiriman berhasil belum berarti calon santri diterima. Jika gagal, periksa pesan dan coba kembali dari halaman yang sama; tidak ada pelacakan pendaftaran mandiri.</a:t>
            </a:r>
          </a:p>
          <a:p xmlns:a="http://schemas.openxmlformats.org/drawingml/2006/main">
            <a:r>
              <a:t/>
            </a:r>
          </a:p>
          <a:p xmlns:a="http://schemas.openxmlformats.org/drawingml/2006/main">
            <a:r>
              <a:t>Sumber: Panduan_Pengguna_An-Nahl_2026-10-30.pdf, bagian 4. Screenshot diambil dari proyek lokal tanggal 30 Oktober 2026. Tampilan pengurus memakai mode demo; data produksi tidak ditampilkan.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Berita dapat difilter menurut Akademik, Keagamaan, Sosial, dan Pengumuman. Foto memiliki kategori tersendiri. Klik foto untuk memperbesar lalu tutup dengan tanda silang atau Esc. Tombol muat lainnya muncul jika masih ada hasil. Filter foto tidak menyaring video, dan pemutaran video memerlukan koneksi YouTube.</a:t>
            </a:r>
          </a:p>
          <a:p xmlns:a="http://schemas.openxmlformats.org/drawingml/2006/main">
            <a:r>
              <a:t/>
            </a:r>
          </a:p>
          <a:p xmlns:a="http://schemas.openxmlformats.org/drawingml/2006/main">
            <a:r>
              <a:t>Sumber: Panduan_Pengguna_An-Nahl_2026-10-30.pdf, bagian 5-6. Screenshot diambil dari proyek lokal tanggal 30 Oktober 2026. Tampilan pengurus memakai mode demo; data produksi tidak ditampilkan.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Metode donasi meliputi transfer bank, e-wallet, dan QRIS jika kode resmi tersedia. Pembayaran dilakukan lewat aplikasi bank atau e-wallet; website berisi petunjuk dan konfirmasi. Notifikasi diterima belum membuktikan dana telah masuk. Jika konfirmasi gagal, jangan membayar ulang hanya karena formulir gagal. Kontak juga menyediakan media sosial. Formulir pesan bukan chat langsung; balasan ditindaklanjuti lewat kontak pengirim.</a:t>
            </a:r>
          </a:p>
          <a:p xmlns:a="http://schemas.openxmlformats.org/drawingml/2006/main">
            <a:r>
              <a:t/>
            </a:r>
          </a:p>
          <a:p xmlns:a="http://schemas.openxmlformats.org/drawingml/2006/main">
            <a:r>
              <a:t>Sumber: Panduan_Pengguna_An-Nahl_2026-10-30.pdf, bagian 7-8. Screenshot diambil dari proyek lokal tanggal 30 Oktober 2026. Tampilan pengurus memakai mode demo; data produksi tidak ditampilkan.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Akun produksi menggunakan email pengurus aktif. Login tidak ada di navigasi publik; buka /login.html langsung. Aktivasi melalui tautan undangan memakai password baru minimal 10 karakter. Jika lupa password atau undangan kedaluwarsa, hubungi pengelola. Admin mengatur peran dan status aktif pengurus lain. Izin akun website berbeda dari izin Google Sheets atau Drive.</a:t>
            </a:r>
          </a:p>
          <a:p xmlns:a="http://schemas.openxmlformats.org/drawingml/2006/main">
            <a:r>
              <a:t/>
            </a:r>
          </a:p>
          <a:p xmlns:a="http://schemas.openxmlformats.org/drawingml/2006/main">
            <a:r>
              <a:t>Sumber: Panduan_Pengguna_An-Nahl_2026-10-30.pdf, bagian 2 dan 9. Screenshot diambil dari proyek lokal tanggal 30 Oktober 2026. Tampilan pengurus memakai mode demo; data produksi tidak ditampilkan.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Contoh pada layar adalah mode demo. Penulis menyiapkan draft miliknya; Admin meninjau dan menerbitkan. Gunakan pencarian, filter kategori, dan status untuk menemukan berita. Salinan browser membantu memulihkan teks, tetapi foto baru perlu dipilih ulang. Berita yang diarsipkan kembali sebagai draft. Riwayat dapat memuat kembali teks versi lama; foto saat ini tetap dipakai.</a:t>
            </a:r>
          </a:p>
          <a:p xmlns:a="http://schemas.openxmlformats.org/drawingml/2006/main">
            <a:r>
              <a:t/>
            </a:r>
          </a:p>
          <a:p xmlns:a="http://schemas.openxmlformats.org/drawingml/2006/main">
            <a:r>
              <a:t>Sumber: Panduan_Pengguna_An-Nahl_2026-10-30.pdf, bagian 10-13. Screenshot diambil dari proyek lokal tanggal 30 Oktober 2026. Tampilan pengurus memakai mode demo; data produksi tidak ditampilkan.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Admin mengelola foto dan video serta sembilan pilihan halaman, termasuk identitas/footer/WhatsApp. QRIS resmi dipasang melalui Informasi donasi. Bagian tertentu dapat disembunyikan lalu dipulihkan; perubahan baru tampil setelah diterbitkan. Foto sumber maksimal 12 MB dan dioptimalkan; format interaktif JPG, PNG, WebP, GIF. Foto folder tidak dihapus lewat browser. Postingan galeri yang dihapus tidak memiliki Arsip. Riwayat halaman dapat dipulihkan sebagai draft. Jika versi berubah karena diedit pengurus lain, tinjau versi terbaru sebelum menyimpan.</a:t>
            </a:r>
          </a:p>
          <a:p xmlns:a="http://schemas.openxmlformats.org/drawingml/2006/main">
            <a:r>
              <a:t/>
            </a:r>
          </a:p>
          <a:p xmlns:a="http://schemas.openxmlformats.org/drawingml/2006/main">
            <a:r>
              <a:t>Sumber: Panduan_Pengguna_An-Nahl_2026-10-30.pdf, bagian 14-18. Screenshot diambil dari proyek lokal tanggal 30 Oktober 2026. Tampilan pengurus memakai mode demo; data produksi tidak ditampilkan.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Pesan kontak dibaca di panel website dan memiliki status baru, diproses, atau selesai. Pendaftaran dan konfirmasi donasi dikelola di Google Sheets akun pondok. Periksa isian dan lampiran sebelum menindaklanjuti. Ekspor Excel merupakan rekap kerja, bukan laporan keuangan yang sudah diaudit, dan dapat berisi tab pendaftaran serta donasi. Akun baru disiapkan pengelola teknis. Screenshot akun memakai data demo.</a:t>
            </a:r>
          </a:p>
          <a:p xmlns:a="http://schemas.openxmlformats.org/drawingml/2006/main">
            <a:r>
              <a:t/>
            </a:r>
          </a:p>
          <a:p xmlns:a="http://schemas.openxmlformats.org/drawingml/2006/main">
            <a:r>
              <a:t>Sumber: Panduan_Pengguna_An-Nahl_2026-10-30.pdf, bagian 19-23. Screenshot diambil dari proyek lokal tanggal 30 Oktober 2026. Tampilan pengurus memakai mode demo; data produksi tidak ditampilkan.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Jika ada kendala, baca pesan yang muncul, periksa koneksi, lalu gunakan tabel pemecahan masalah pada manual. Jangan menganggap draft sudah tampil di publik. Keberhasilan demo tidak membuktikan penyimpanan produksi. Untuk bantuan, catat menu, waktu, tindakan terakhir, dan pesan kendala tanpa membagikan password atau data pribadi pendaftar.</a:t>
            </a:r>
          </a:p>
          <a:p xmlns:a="http://schemas.openxmlformats.org/drawingml/2006/main">
            <a:r>
              <a:t/>
            </a:r>
          </a:p>
          <a:p xmlns:a="http://schemas.openxmlformats.org/drawingml/2006/main">
            <a:r>
              <a:t>Sumber: Panduan_Pengguna_An-Nahl_2026-10-30.pdf, bagian 24-27. Screenshot diambil dari proyek lokal tanggal 30 Oktober 2026. Tampilan pengurus memakai mode demo; data produksi tidak ditampilkan.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38c0f1721a452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9527a9b70ad4c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7db2f1e990c40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9819b8fde849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06a6b83a544ba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9b90404518b495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0B9A9B7-C772-4C3A-9372-75FDCA9F16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30927A-F838-494D-A513-14FDF0941C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E311DBC-CA30-4DDF-986F-55ED5730A1A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119935-D76C-491D-B756-6439E5A67C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1285726-F717-4023-8402-B828AF084AD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7AC8E88-43D0-42F2-A38C-AA4AD2450B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E8056A8-91F9-424B-B476-32FDD1811E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6EF4F6-84BA-4F53-8CD4-C8BC2615A17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590607-7EE4-47D6-93DD-3CB63DC02E0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AD50D09-AFAE-4834-AB57-D26F6E5C26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7fec9757b84d5d" /><Relationship Type="http://schemas.openxmlformats.org/officeDocument/2006/relationships/slideLayout" Target="/ppt/slideLayouts/slideLayout1.xml" Id="Rd0386afb44f74061" /><Relationship Type="http://schemas.openxmlformats.org/officeDocument/2006/relationships/slideLayout" Target="/ppt/slideLayouts/slideLayout2.xml" Id="R5b7d2158cf8e4c8c" /><Relationship Type="http://schemas.openxmlformats.org/officeDocument/2006/relationships/slideLayout" Target="/ppt/slideLayouts/slideLayout3.xml" Id="R5434e84a39144f7e" /><Relationship Type="http://schemas.openxmlformats.org/officeDocument/2006/relationships/slideLayout" Target="/ppt/slideLayouts/slideLayout4.xml" Id="R37951fab381a4101" /><Relationship Type="http://schemas.openxmlformats.org/officeDocument/2006/relationships/slideLayout" Target="/ppt/slideLayouts/slideLayout5.xml" Id="R274f49c3d02b4e9d" /><Relationship Type="http://schemas.openxmlformats.org/officeDocument/2006/relationships/slideLayout" Target="/ppt/slideLayouts/slideLayout6.xml" Id="R6b90b9ce67d842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0386afb44f74061"/>
    <p:sldLayoutId xmlns:r="http://schemas.openxmlformats.org/officeDocument/2006/relationships" id="2147483650" r:id="R5b7d2158cf8e4c8c"/>
    <p:sldLayoutId xmlns:r="http://schemas.openxmlformats.org/officeDocument/2006/relationships" id="2147483651" r:id="R5434e84a39144f7e"/>
    <p:sldLayoutId xmlns:r="http://schemas.openxmlformats.org/officeDocument/2006/relationships" id="2147483652" r:id="R37951fab381a4101"/>
    <p:sldLayoutId xmlns:r="http://schemas.openxmlformats.org/officeDocument/2006/relationships" id="2147483653" r:id="R274f49c3d02b4e9d"/>
    <p:sldLayoutId xmlns:r="http://schemas.openxmlformats.org/officeDocument/2006/relationships" id="2147483654" r:id="R6b90b9ce67d842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04b690ee63c497b" /><Relationship Type="http://schemas.openxmlformats.org/officeDocument/2006/relationships/image" Target="/ppt/media/image.png" Id="R0f1651e64ddc473b" /><Relationship Type="http://schemas.openxmlformats.org/officeDocument/2006/relationships/notesSlide" Target="/ppt/notesSlides/notesSlide1.xml" Id="R5c8dd7d593564e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3b15a25f2349f8" /><Relationship Type="http://schemas.openxmlformats.org/officeDocument/2006/relationships/image" Target="/ppt/media/image.jpeg" Id="R3f5ef7df517b4f15" /><Relationship Type="http://schemas.openxmlformats.org/officeDocument/2006/relationships/notesSlide" Target="/ppt/notesSlides/notesSlide2.xml" Id="R5e58e0a9d7e2452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4a45854e71c40b6" /><Relationship Type="http://schemas.openxmlformats.org/officeDocument/2006/relationships/image" Target="/ppt/media/image2.jpeg" Id="Rdeab92f9eb574b4f" /><Relationship Type="http://schemas.openxmlformats.org/officeDocument/2006/relationships/notesSlide" Target="/ppt/notesSlides/notesSlide3.xml" Id="R12bd4b940211487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f9fbb92380745aa" /><Relationship Type="http://schemas.openxmlformats.org/officeDocument/2006/relationships/image" Target="/ppt/media/image3.jpeg" Id="R7e3952d784a24ebe" /><Relationship Type="http://schemas.openxmlformats.org/officeDocument/2006/relationships/notesSlide" Target="/ppt/notesSlides/notesSlide4.xml" Id="Rce1961b777d640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cce3da68d1c46ea" /><Relationship Type="http://schemas.openxmlformats.org/officeDocument/2006/relationships/image" Target="/ppt/media/image4.jpeg" Id="R980601121594463c" /><Relationship Type="http://schemas.openxmlformats.org/officeDocument/2006/relationships/notesSlide" Target="/ppt/notesSlides/notesSlide5.xml" Id="R1d556fe873a445e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14ee4593a9c4cc5" /><Relationship Type="http://schemas.openxmlformats.org/officeDocument/2006/relationships/image" Target="/ppt/media/image5.jpeg" Id="R05ec046900f54430" /><Relationship Type="http://schemas.openxmlformats.org/officeDocument/2006/relationships/notesSlide" Target="/ppt/notesSlides/notesSlide6.xml" Id="Rd9cfad506cf74f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2d2abd94863477f" /><Relationship Type="http://schemas.openxmlformats.org/officeDocument/2006/relationships/image" Target="/ppt/media/image6.jpeg" Id="Rbed2d1ed7283460c" /><Relationship Type="http://schemas.openxmlformats.org/officeDocument/2006/relationships/notesSlide" Target="/ppt/notesSlides/notesSlide7.xml" Id="R9c7576e6a81b41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5d58459348041d4" /><Relationship Type="http://schemas.openxmlformats.org/officeDocument/2006/relationships/image" Target="/ppt/media/image7.jpeg" Id="R90c59a2aa9184951" /><Relationship Type="http://schemas.openxmlformats.org/officeDocument/2006/relationships/notesSlide" Target="/ppt/notesSlides/notesSlide8.xml" Id="R22b7b32e3e614d9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b2c8ca4df664871" /><Relationship Type="http://schemas.openxmlformats.org/officeDocument/2006/relationships/image" Target="/ppt/media/image8.jpeg" Id="R72632840dd6f4812" /><Relationship Type="http://schemas.openxmlformats.org/officeDocument/2006/relationships/notesSlide" Target="/ppt/notesSlides/notesSlide9.xml" Id="Rf4bbb06c5c15477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5a4dba6b76e4ddd" /><Relationship Type="http://schemas.openxmlformats.org/officeDocument/2006/relationships/notesSlide" Target="/ppt/notesSlides/notesSlide10.xml" Id="Re8a3de920b6c44a0" /></Relationships>
</file>

<file path=ppt/slides/slide1.xml><?xml version="1.0" encoding="utf-8"?>
<p:sld xmlns:p="http://schemas.openxmlformats.org/presentationml/2006/main">
  <p:cSld>
    <p:bg>
      <p:bgPr>
        <a:solidFill xmlns:a="http://schemas.openxmlformats.org/drawingml/2006/main">
          <a:srgbClr val="166534"/>
        </a:solidFill>
      </p:bgPr>
    </p:bg>
    <p:spTree>
      <p:nvGrpSpPr>
        <p:cNvPr id="1" name=""/>
        <p:cNvGrpSpPr/>
        <p:nvPr/>
      </p:nvGrpSpPr>
      <p:grpSpPr>
        <a:xfrm xmlns:a="http://schemas.openxmlformats.org/drawingml/2006/main"/>
      </p:grpSpPr>
      <p:sp>
        <p:nvSpPr>
          <p:cNvPr id="7" name="01 / 10">
            <a:extLst xmlns:a="http://schemas.openxmlformats.org/drawingml/2006/main">
              <a:ext uri="{FF2B5EF4-FFF2-40B4-BE49-F238E27FC236}">
                <a16:creationId xmlns:a16="http://schemas.microsoft.com/office/drawing/2014/main" id="{89C15FB6-511C-403F-AA7E-F60495C06222}"/>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D6E6D2"/>
                </a:solidFill>
                <a:latin typeface="Arial"/>
                <a:ea typeface="Arial"/>
                <a:cs typeface="Arial"/>
              </a:defRPr>
            </a:defPPr>
            <a:lvl1pPr algn="l">
              <a:defRPr sz="1350" b="0">
                <a:solidFill>
                  <a:srgbClr val="D6E6D2"/>
                </a:solidFill>
                <a:latin typeface="Arial"/>
                <a:ea typeface="Arial"/>
                <a:cs typeface="Arial"/>
              </a:defRPr>
            </a:lvl1pPr>
            <a:lvl2pPr algn="l">
              <a:defRPr sz="1350" b="0">
                <a:solidFill>
                  <a:srgbClr val="D6E6D2"/>
                </a:solidFill>
                <a:latin typeface="Arial"/>
                <a:ea typeface="Arial"/>
                <a:cs typeface="Arial"/>
              </a:defRPr>
            </a:lvl2pPr>
            <a:lvl3pPr algn="l">
              <a:defRPr sz="1350" b="0">
                <a:solidFill>
                  <a:srgbClr val="D6E6D2"/>
                </a:solidFill>
                <a:latin typeface="Arial"/>
                <a:ea typeface="Arial"/>
                <a:cs typeface="Arial"/>
              </a:defRPr>
            </a:lvl3pPr>
            <a:lvl4pPr algn="l">
              <a:defRPr sz="1350" b="0">
                <a:solidFill>
                  <a:srgbClr val="D6E6D2"/>
                </a:solidFill>
                <a:latin typeface="Arial"/>
                <a:ea typeface="Arial"/>
                <a:cs typeface="Arial"/>
              </a:defRPr>
            </a:lvl4pPr>
            <a:lvl5pPr algn="l">
              <a:defRPr sz="1350" b="0">
                <a:solidFill>
                  <a:srgbClr val="D6E6D2"/>
                </a:solidFill>
                <a:latin typeface="Arial"/>
                <a:ea typeface="Arial"/>
                <a:cs typeface="Arial"/>
              </a:defRPr>
            </a:lvl5pPr>
            <a:lvl6pPr algn="l">
              <a:defRPr sz="1350" b="0">
                <a:solidFill>
                  <a:srgbClr val="D6E6D2"/>
                </a:solidFill>
                <a:latin typeface="Arial"/>
                <a:ea typeface="Arial"/>
                <a:cs typeface="Arial"/>
              </a:defRPr>
            </a:lvl6pPr>
            <a:lvl7pPr algn="l">
              <a:defRPr sz="1350" b="0">
                <a:solidFill>
                  <a:srgbClr val="D6E6D2"/>
                </a:solidFill>
                <a:latin typeface="Arial"/>
                <a:ea typeface="Arial"/>
                <a:cs typeface="Arial"/>
              </a:defRPr>
            </a:lvl7pPr>
            <a:lvl8pPr algn="l">
              <a:defRPr sz="1350" b="0">
                <a:solidFill>
                  <a:srgbClr val="D6E6D2"/>
                </a:solidFill>
                <a:latin typeface="Arial"/>
                <a:ea typeface="Arial"/>
                <a:cs typeface="Arial"/>
              </a:defRPr>
            </a:lvl8pPr>
            <a:lvl9pPr algn="l">
              <a:defRPr sz="1350" b="0">
                <a:solidFill>
                  <a:srgbClr val="D6E6D2"/>
                </a:solidFill>
                <a:latin typeface="Arial"/>
                <a:ea typeface="Arial"/>
                <a:cs typeface="Arial"/>
              </a:defRPr>
            </a:lvl9pPr>
          </a:lstStyle>
          <a:p xmlns:a="http://schemas.openxmlformats.org/drawingml/2006/main">
            <a:pPr algn="l">
              <a:defRPr sz="1350" b="0">
                <a:solidFill>
                  <a:srgbClr val="D6E6D2"/>
                </a:solidFill>
                <a:latin typeface="Arial"/>
                <a:ea typeface="Arial"/>
                <a:cs typeface="Arial"/>
              </a:defRPr>
            </a:pPr>
            <a:r>
              <a:rPr sz="1350" b="0">
                <a:solidFill>
                  <a:srgbClr val="D6E6D2"/>
                </a:solidFill>
                <a:latin typeface="Arial"/>
                <a:ea typeface="Arial"/>
                <a:cs typeface="Arial"/>
              </a:rPr>
              <a:t>01 / 10</a:t>
            </a:r>
          </a:p>
        </p:txBody>
      </p:sp>
      <p:pic>
        <p:nvPicPr>
          <p:cNvPr id="2" name="">
            <a:extLst xmlns:a="http://schemas.openxmlformats.org/drawingml/2006/main">
              <a:ext uri="{FF2B5EF4-FFF2-40B4-BE49-F238E27FC236}">
                <a16:creationId xmlns:a16="http://schemas.microsoft.com/office/drawing/2014/main" id="{BE4F9669-8545-42E5-9745-196D5A69E9AC}"/>
              </a:ext>
            </a:extLst>
          </p:cNvPr>
          <p:cNvPicPr>
            <a:picLocks xmlns:a="http://schemas.openxmlformats.org/drawingml/2006/main" noChangeAspect="1"/>
          </p:cNvPicPr>
          <p:nvPr/>
        </p:nvPicPr>
        <p:blipFill>
          <a:blip xmlns:r="http://schemas.openxmlformats.org/officeDocument/2006/relationships" xmlns:a="http://schemas.openxmlformats.org/drawingml/2006/main" r:embed="R0f1651e64ddc473b"/>
          <a:srcRect xmlns:a="http://schemas.openxmlformats.org/drawingml/2006/main" l="0" t="0" r="0" b="0"/>
          <a:stretch xmlns:a="http://schemas.openxmlformats.org/drawingml/2006/main"/>
        </p:blipFill>
        <p:spPr>
          <a:xfrm xmlns:a="http://schemas.openxmlformats.org/drawingml/2006/main">
            <a:off x="609600" y="476250"/>
            <a:ext cx="2000250" cy="1079781"/>
          </a:xfrm>
          <a:prstGeom xmlns:a="http://schemas.openxmlformats.org/drawingml/2006/main" prst="rect">
            <a:avLst/>
          </a:prstGeom>
        </p:spPr>
      </p:pic>
      <p:sp>
        <p:nvSpPr>
          <p:cNvPr id="3" name="Website An-Nahl">
            <a:extLst xmlns:a="http://schemas.openxmlformats.org/drawingml/2006/main">
              <a:ext uri="{FF2B5EF4-FFF2-40B4-BE49-F238E27FC236}">
                <a16:creationId xmlns:a16="http://schemas.microsoft.com/office/drawing/2014/main" id="{C937F507-F33D-441C-8234-DB46B6C241BA}"/>
              </a:ext>
            </a:extLst>
          </p:cNvPr>
          <p:cNvSpPr>
            <a:spLocks xmlns:a="http://schemas.openxmlformats.org/drawingml/2006/main" noGrp="1"/>
          </p:cNvSpPr>
          <p:nvPr/>
        </p:nvSpPr>
        <p:spPr>
          <a:xfrm xmlns:a="http://schemas.openxmlformats.org/drawingml/2006/main">
            <a:off x="609600" y="22098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5400" b="1">
                <a:solidFill>
                  <a:srgbClr val="FFFFFF"/>
                </a:solidFill>
                <a:latin typeface="Arial"/>
                <a:ea typeface="Arial"/>
                <a:cs typeface="Arial"/>
              </a:defRPr>
            </a:defPPr>
            <a:lvl1pPr algn="l">
              <a:defRPr sz="5400" b="1">
                <a:solidFill>
                  <a:srgbClr val="FFFFFF"/>
                </a:solidFill>
                <a:latin typeface="Arial"/>
                <a:ea typeface="Arial"/>
                <a:cs typeface="Arial"/>
              </a:defRPr>
            </a:lvl1pPr>
            <a:lvl2pPr algn="l">
              <a:defRPr sz="5400" b="1">
                <a:solidFill>
                  <a:srgbClr val="FFFFFF"/>
                </a:solidFill>
                <a:latin typeface="Arial"/>
                <a:ea typeface="Arial"/>
                <a:cs typeface="Arial"/>
              </a:defRPr>
            </a:lvl2pPr>
            <a:lvl3pPr algn="l">
              <a:defRPr sz="5400" b="1">
                <a:solidFill>
                  <a:srgbClr val="FFFFFF"/>
                </a:solidFill>
                <a:latin typeface="Arial"/>
                <a:ea typeface="Arial"/>
                <a:cs typeface="Arial"/>
              </a:defRPr>
            </a:lvl3pPr>
            <a:lvl4pPr algn="l">
              <a:defRPr sz="5400" b="1">
                <a:solidFill>
                  <a:srgbClr val="FFFFFF"/>
                </a:solidFill>
                <a:latin typeface="Arial"/>
                <a:ea typeface="Arial"/>
                <a:cs typeface="Arial"/>
              </a:defRPr>
            </a:lvl4pPr>
            <a:lvl5pPr algn="l">
              <a:defRPr sz="5400" b="1">
                <a:solidFill>
                  <a:srgbClr val="FFFFFF"/>
                </a:solidFill>
                <a:latin typeface="Arial"/>
                <a:ea typeface="Arial"/>
                <a:cs typeface="Arial"/>
              </a:defRPr>
            </a:lvl5pPr>
            <a:lvl6pPr algn="l">
              <a:defRPr sz="5400" b="1">
                <a:solidFill>
                  <a:srgbClr val="FFFFFF"/>
                </a:solidFill>
                <a:latin typeface="Arial"/>
                <a:ea typeface="Arial"/>
                <a:cs typeface="Arial"/>
              </a:defRPr>
            </a:lvl6pPr>
            <a:lvl7pPr algn="l">
              <a:defRPr sz="5400" b="1">
                <a:solidFill>
                  <a:srgbClr val="FFFFFF"/>
                </a:solidFill>
                <a:latin typeface="Arial"/>
                <a:ea typeface="Arial"/>
                <a:cs typeface="Arial"/>
              </a:defRPr>
            </a:lvl7pPr>
            <a:lvl8pPr algn="l">
              <a:defRPr sz="5400" b="1">
                <a:solidFill>
                  <a:srgbClr val="FFFFFF"/>
                </a:solidFill>
                <a:latin typeface="Arial"/>
                <a:ea typeface="Arial"/>
                <a:cs typeface="Arial"/>
              </a:defRPr>
            </a:lvl8pPr>
            <a:lvl9pPr algn="l">
              <a:defRPr sz="5400" b="1">
                <a:solidFill>
                  <a:srgbClr val="FFFFFF"/>
                </a:solidFill>
                <a:latin typeface="Arial"/>
                <a:ea typeface="Arial"/>
                <a:cs typeface="Arial"/>
              </a:defRPr>
            </a:lvl9pPr>
          </a:lstStyle>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Website An-Nahl</a:t>
            </a:r>
          </a:p>
        </p:txBody>
      </p:sp>
      <p:sp>
        <p:nvSpPr>
          <p:cNvPr id="4" name="Panduan singkat penggunaan">
            <a:extLst xmlns:a="http://schemas.openxmlformats.org/drawingml/2006/main">
              <a:ext uri="{FF2B5EF4-FFF2-40B4-BE49-F238E27FC236}">
                <a16:creationId xmlns:a16="http://schemas.microsoft.com/office/drawing/2014/main" id="{F4461D81-BEFB-4287-B0E2-96B104DC3B6A}"/>
              </a:ext>
            </a:extLst>
          </p:cNvPr>
          <p:cNvSpPr>
            <a:spLocks xmlns:a="http://schemas.openxmlformats.org/drawingml/2006/main" noGrp="1"/>
          </p:cNvSpPr>
          <p:nvPr/>
        </p:nvSpPr>
        <p:spPr>
          <a:xfrm xmlns:a="http://schemas.openxmlformats.org/drawingml/2006/main">
            <a:off x="628650" y="3286125"/>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850" b="0">
                <a:solidFill>
                  <a:srgbClr val="FFFFFF"/>
                </a:solidFill>
                <a:latin typeface="Arial"/>
                <a:ea typeface="Arial"/>
                <a:cs typeface="Arial"/>
              </a:defRPr>
            </a:defPPr>
            <a:lvl1pPr algn="l">
              <a:defRPr sz="2850" b="0">
                <a:solidFill>
                  <a:srgbClr val="FFFFFF"/>
                </a:solidFill>
                <a:latin typeface="Arial"/>
                <a:ea typeface="Arial"/>
                <a:cs typeface="Arial"/>
              </a:defRPr>
            </a:lvl1pPr>
            <a:lvl2pPr algn="l">
              <a:defRPr sz="2850" b="0">
                <a:solidFill>
                  <a:srgbClr val="FFFFFF"/>
                </a:solidFill>
                <a:latin typeface="Arial"/>
                <a:ea typeface="Arial"/>
                <a:cs typeface="Arial"/>
              </a:defRPr>
            </a:lvl2pPr>
            <a:lvl3pPr algn="l">
              <a:defRPr sz="2850" b="0">
                <a:solidFill>
                  <a:srgbClr val="FFFFFF"/>
                </a:solidFill>
                <a:latin typeface="Arial"/>
                <a:ea typeface="Arial"/>
                <a:cs typeface="Arial"/>
              </a:defRPr>
            </a:lvl3pPr>
            <a:lvl4pPr algn="l">
              <a:defRPr sz="2850" b="0">
                <a:solidFill>
                  <a:srgbClr val="FFFFFF"/>
                </a:solidFill>
                <a:latin typeface="Arial"/>
                <a:ea typeface="Arial"/>
                <a:cs typeface="Arial"/>
              </a:defRPr>
            </a:lvl4pPr>
            <a:lvl5pPr algn="l">
              <a:defRPr sz="2850" b="0">
                <a:solidFill>
                  <a:srgbClr val="FFFFFF"/>
                </a:solidFill>
                <a:latin typeface="Arial"/>
                <a:ea typeface="Arial"/>
                <a:cs typeface="Arial"/>
              </a:defRPr>
            </a:lvl5pPr>
            <a:lvl6pPr algn="l">
              <a:defRPr sz="2850" b="0">
                <a:solidFill>
                  <a:srgbClr val="FFFFFF"/>
                </a:solidFill>
                <a:latin typeface="Arial"/>
                <a:ea typeface="Arial"/>
                <a:cs typeface="Arial"/>
              </a:defRPr>
            </a:lvl6pPr>
            <a:lvl7pPr algn="l">
              <a:defRPr sz="2850" b="0">
                <a:solidFill>
                  <a:srgbClr val="FFFFFF"/>
                </a:solidFill>
                <a:latin typeface="Arial"/>
                <a:ea typeface="Arial"/>
                <a:cs typeface="Arial"/>
              </a:defRPr>
            </a:lvl7pPr>
            <a:lvl8pPr algn="l">
              <a:defRPr sz="2850" b="0">
                <a:solidFill>
                  <a:srgbClr val="FFFFFF"/>
                </a:solidFill>
                <a:latin typeface="Arial"/>
                <a:ea typeface="Arial"/>
                <a:cs typeface="Arial"/>
              </a:defRPr>
            </a:lvl8pPr>
            <a:lvl9pPr algn="l">
              <a:defRPr sz="2850" b="0">
                <a:solidFill>
                  <a:srgbClr val="FFFFFF"/>
                </a:solidFill>
                <a:latin typeface="Arial"/>
                <a:ea typeface="Arial"/>
                <a:cs typeface="Arial"/>
              </a:defRPr>
            </a:lvl9pPr>
          </a:lstStyle>
          <a:p xmlns:a="http://schemas.openxmlformats.org/drawingml/2006/main">
            <a:pPr algn="l">
              <a:defRPr sz="2850" b="0">
                <a:solidFill>
                  <a:srgbClr val="FFFFFF"/>
                </a:solidFill>
                <a:latin typeface="Arial"/>
                <a:ea typeface="Arial"/>
                <a:cs typeface="Arial"/>
              </a:defRPr>
            </a:pPr>
            <a:r>
              <a:rPr sz="2850" b="0">
                <a:solidFill>
                  <a:srgbClr val="FFFFFF"/>
                </a:solidFill>
                <a:latin typeface="Arial"/>
                <a:ea typeface="Arial"/>
                <a:cs typeface="Arial"/>
              </a:rPr>
              <a:t>Panduan singkat penggunaan</a:t>
            </a:r>
          </a:p>
        </p:txBody>
      </p:sp>
      <p:sp>
        <p:nvSpPr>
          <p:cNvPr id="5" name="Untuk pengunjung dan pengurus pondok">
            <a:extLst xmlns:a="http://schemas.openxmlformats.org/drawingml/2006/main">
              <a:ext uri="{FF2B5EF4-FFF2-40B4-BE49-F238E27FC236}">
                <a16:creationId xmlns:a16="http://schemas.microsoft.com/office/drawing/2014/main" id="{7F75BCB4-2B7C-41E6-8BED-BF75FDBDC1BB}"/>
              </a:ext>
            </a:extLst>
          </p:cNvPr>
          <p:cNvSpPr>
            <a:spLocks xmlns:a="http://schemas.openxmlformats.org/drawingml/2006/main" noGrp="1"/>
          </p:cNvSpPr>
          <p:nvPr/>
        </p:nvSpPr>
        <p:spPr>
          <a:xfrm xmlns:a="http://schemas.openxmlformats.org/drawingml/2006/main">
            <a:off x="628650" y="4286250"/>
            <a:ext cx="952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E0EDDC"/>
                </a:solidFill>
                <a:latin typeface="Arial"/>
                <a:ea typeface="Arial"/>
                <a:cs typeface="Arial"/>
              </a:defRPr>
            </a:defPPr>
            <a:lvl1pPr algn="l">
              <a:defRPr sz="2175" b="0">
                <a:solidFill>
                  <a:srgbClr val="E0EDDC"/>
                </a:solidFill>
                <a:latin typeface="Arial"/>
                <a:ea typeface="Arial"/>
                <a:cs typeface="Arial"/>
              </a:defRPr>
            </a:lvl1pPr>
            <a:lvl2pPr algn="l">
              <a:defRPr sz="2175" b="0">
                <a:solidFill>
                  <a:srgbClr val="E0EDDC"/>
                </a:solidFill>
                <a:latin typeface="Arial"/>
                <a:ea typeface="Arial"/>
                <a:cs typeface="Arial"/>
              </a:defRPr>
            </a:lvl2pPr>
            <a:lvl3pPr algn="l">
              <a:defRPr sz="2175" b="0">
                <a:solidFill>
                  <a:srgbClr val="E0EDDC"/>
                </a:solidFill>
                <a:latin typeface="Arial"/>
                <a:ea typeface="Arial"/>
                <a:cs typeface="Arial"/>
              </a:defRPr>
            </a:lvl3pPr>
            <a:lvl4pPr algn="l">
              <a:defRPr sz="2175" b="0">
                <a:solidFill>
                  <a:srgbClr val="E0EDDC"/>
                </a:solidFill>
                <a:latin typeface="Arial"/>
                <a:ea typeface="Arial"/>
                <a:cs typeface="Arial"/>
              </a:defRPr>
            </a:lvl4pPr>
            <a:lvl5pPr algn="l">
              <a:defRPr sz="2175" b="0">
                <a:solidFill>
                  <a:srgbClr val="E0EDDC"/>
                </a:solidFill>
                <a:latin typeface="Arial"/>
                <a:ea typeface="Arial"/>
                <a:cs typeface="Arial"/>
              </a:defRPr>
            </a:lvl5pPr>
            <a:lvl6pPr algn="l">
              <a:defRPr sz="2175" b="0">
                <a:solidFill>
                  <a:srgbClr val="E0EDDC"/>
                </a:solidFill>
                <a:latin typeface="Arial"/>
                <a:ea typeface="Arial"/>
                <a:cs typeface="Arial"/>
              </a:defRPr>
            </a:lvl6pPr>
            <a:lvl7pPr algn="l">
              <a:defRPr sz="2175" b="0">
                <a:solidFill>
                  <a:srgbClr val="E0EDDC"/>
                </a:solidFill>
                <a:latin typeface="Arial"/>
                <a:ea typeface="Arial"/>
                <a:cs typeface="Arial"/>
              </a:defRPr>
            </a:lvl7pPr>
            <a:lvl8pPr algn="l">
              <a:defRPr sz="2175" b="0">
                <a:solidFill>
                  <a:srgbClr val="E0EDDC"/>
                </a:solidFill>
                <a:latin typeface="Arial"/>
                <a:ea typeface="Arial"/>
                <a:cs typeface="Arial"/>
              </a:defRPr>
            </a:lvl8pPr>
            <a:lvl9pPr algn="l">
              <a:defRPr sz="2175" b="0">
                <a:solidFill>
                  <a:srgbClr val="E0EDDC"/>
                </a:solidFill>
                <a:latin typeface="Arial"/>
                <a:ea typeface="Arial"/>
                <a:cs typeface="Arial"/>
              </a:defRPr>
            </a:lvl9pPr>
          </a:lstStyle>
          <a:p xmlns:a="http://schemas.openxmlformats.org/drawingml/2006/main">
            <a:pPr algn="l">
              <a:defRPr sz="2175" b="0">
                <a:solidFill>
                  <a:srgbClr val="E0EDDC"/>
                </a:solidFill>
                <a:latin typeface="Arial"/>
                <a:ea typeface="Arial"/>
                <a:cs typeface="Arial"/>
              </a:defRPr>
            </a:pPr>
            <a:r>
              <a:rPr sz="2175" b="0">
                <a:solidFill>
                  <a:srgbClr val="E0EDDC"/>
                </a:solidFill>
                <a:latin typeface="Arial"/>
                <a:ea typeface="Arial"/>
                <a:cs typeface="Arial"/>
              </a:rPr>
              <a:t>Untuk pengunjung dan pengurus pondok</a:t>
            </a:r>
          </a:p>
        </p:txBody>
      </p:sp>
      <p:sp>
        <p:nvSpPr>
          <p:cNvPr id="6" name="Berdasarkan manual 30 Oktober 2026">
            <a:extLst xmlns:a="http://schemas.openxmlformats.org/drawingml/2006/main">
              <a:ext uri="{FF2B5EF4-FFF2-40B4-BE49-F238E27FC236}">
                <a16:creationId xmlns:a16="http://schemas.microsoft.com/office/drawing/2014/main" id="{F5F563DB-20C9-400E-9F5B-5C01345E5151}"/>
              </a:ext>
            </a:extLst>
          </p:cNvPr>
          <p:cNvSpPr>
            <a:spLocks xmlns:a="http://schemas.openxmlformats.org/drawingml/2006/main" noGrp="1"/>
          </p:cNvSpPr>
          <p:nvPr/>
        </p:nvSpPr>
        <p:spPr>
          <a:xfrm xmlns:a="http://schemas.openxmlformats.org/drawingml/2006/main">
            <a:off x="628650" y="5876925"/>
            <a:ext cx="857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650" b="0">
                <a:solidFill>
                  <a:srgbClr val="D6E6D2"/>
                </a:solidFill>
                <a:latin typeface="Arial"/>
                <a:ea typeface="Arial"/>
                <a:cs typeface="Arial"/>
              </a:defRPr>
            </a:defPPr>
            <a:lvl1pPr algn="l">
              <a:defRPr sz="1650" b="0">
                <a:solidFill>
                  <a:srgbClr val="D6E6D2"/>
                </a:solidFill>
                <a:latin typeface="Arial"/>
                <a:ea typeface="Arial"/>
                <a:cs typeface="Arial"/>
              </a:defRPr>
            </a:lvl1pPr>
            <a:lvl2pPr algn="l">
              <a:defRPr sz="1650" b="0">
                <a:solidFill>
                  <a:srgbClr val="D6E6D2"/>
                </a:solidFill>
                <a:latin typeface="Arial"/>
                <a:ea typeface="Arial"/>
                <a:cs typeface="Arial"/>
              </a:defRPr>
            </a:lvl2pPr>
            <a:lvl3pPr algn="l">
              <a:defRPr sz="1650" b="0">
                <a:solidFill>
                  <a:srgbClr val="D6E6D2"/>
                </a:solidFill>
                <a:latin typeface="Arial"/>
                <a:ea typeface="Arial"/>
                <a:cs typeface="Arial"/>
              </a:defRPr>
            </a:lvl3pPr>
            <a:lvl4pPr algn="l">
              <a:defRPr sz="1650" b="0">
                <a:solidFill>
                  <a:srgbClr val="D6E6D2"/>
                </a:solidFill>
                <a:latin typeface="Arial"/>
                <a:ea typeface="Arial"/>
                <a:cs typeface="Arial"/>
              </a:defRPr>
            </a:lvl4pPr>
            <a:lvl5pPr algn="l">
              <a:defRPr sz="1650" b="0">
                <a:solidFill>
                  <a:srgbClr val="D6E6D2"/>
                </a:solidFill>
                <a:latin typeface="Arial"/>
                <a:ea typeface="Arial"/>
                <a:cs typeface="Arial"/>
              </a:defRPr>
            </a:lvl5pPr>
            <a:lvl6pPr algn="l">
              <a:defRPr sz="1650" b="0">
                <a:solidFill>
                  <a:srgbClr val="D6E6D2"/>
                </a:solidFill>
                <a:latin typeface="Arial"/>
                <a:ea typeface="Arial"/>
                <a:cs typeface="Arial"/>
              </a:defRPr>
            </a:lvl6pPr>
            <a:lvl7pPr algn="l">
              <a:defRPr sz="1650" b="0">
                <a:solidFill>
                  <a:srgbClr val="D6E6D2"/>
                </a:solidFill>
                <a:latin typeface="Arial"/>
                <a:ea typeface="Arial"/>
                <a:cs typeface="Arial"/>
              </a:defRPr>
            </a:lvl7pPr>
            <a:lvl8pPr algn="l">
              <a:defRPr sz="1650" b="0">
                <a:solidFill>
                  <a:srgbClr val="D6E6D2"/>
                </a:solidFill>
                <a:latin typeface="Arial"/>
                <a:ea typeface="Arial"/>
                <a:cs typeface="Arial"/>
              </a:defRPr>
            </a:lvl8pPr>
            <a:lvl9pPr algn="l">
              <a:defRPr sz="1650" b="0">
                <a:solidFill>
                  <a:srgbClr val="D6E6D2"/>
                </a:solidFill>
                <a:latin typeface="Arial"/>
                <a:ea typeface="Arial"/>
                <a:cs typeface="Arial"/>
              </a:defRPr>
            </a:lvl9pPr>
          </a:lstStyle>
          <a:p xmlns:a="http://schemas.openxmlformats.org/drawingml/2006/main">
            <a:pPr algn="l">
              <a:defRPr sz="1650" b="0">
                <a:solidFill>
                  <a:srgbClr val="D6E6D2"/>
                </a:solidFill>
                <a:latin typeface="Arial"/>
                <a:ea typeface="Arial"/>
                <a:cs typeface="Arial"/>
              </a:defRPr>
            </a:pPr>
            <a:r>
              <a:rPr sz="1650" b="0">
                <a:solidFill>
                  <a:srgbClr val="D6E6D2"/>
                </a:solidFill>
                <a:latin typeface="Arial"/>
                <a:ea typeface="Arial"/>
                <a:cs typeface="Arial"/>
              </a:rPr>
              <a:t>Berdasarkan manual 30 Oktober 2026</a:t>
            </a:r>
          </a:p>
        </p:txBody>
      </p:sp>
    </p:spTree>
    <p:extLst>
      <p:ext uri="{BB962C8B-B14F-4D97-AF65-F5344CB8AC3E}">
        <p14:creationId xmlns:p14="http://schemas.microsoft.com/office/powerpoint/2010/main" val="189600727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itur untuk pengunjung">
            <a:extLst xmlns:a="http://schemas.openxmlformats.org/drawingml/2006/main">
              <a:ext uri="{FF2B5EF4-FFF2-40B4-BE49-F238E27FC236}">
                <a16:creationId xmlns:a16="http://schemas.microsoft.com/office/drawing/2014/main" id="{E80C5FB4-4275-4C73-87C1-8474593128CA}"/>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Fitur untuk pengunjung</a:t>
            </a:r>
          </a:p>
        </p:txBody>
      </p:sp>
      <p:sp>
        <p:nvSpPr>
          <p:cNvPr id="2" name="02 / 10">
            <a:extLst xmlns:a="http://schemas.openxmlformats.org/drawingml/2006/main">
              <a:ext uri="{FF2B5EF4-FFF2-40B4-BE49-F238E27FC236}">
                <a16:creationId xmlns:a16="http://schemas.microsoft.com/office/drawing/2014/main" id="{1048F797-44C2-4BBB-90B9-A4D1C2B8CA46}"/>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02 / 10</a:t>
            </a:r>
          </a:p>
        </p:txBody>
      </p:sp>
      <p:sp>
        <p:nvSpPr>
          <p:cNvPr id="3" name="Bisa digunakan tanpa login">
            <a:extLst xmlns:a="http://schemas.openxmlformats.org/drawingml/2006/main">
              <a:ext uri="{FF2B5EF4-FFF2-40B4-BE49-F238E27FC236}">
                <a16:creationId xmlns:a16="http://schemas.microsoft.com/office/drawing/2014/main" id="{612844B5-EC52-41A7-A4D9-3C8D2E534026}"/>
              </a:ext>
            </a:extLst>
          </p:cNvPr>
          <p:cNvSpPr>
            <a:spLocks xmlns:a="http://schemas.openxmlformats.org/drawingml/2006/main" noGrp="1"/>
          </p:cNvSpPr>
          <p:nvPr/>
        </p:nvSpPr>
        <p:spPr>
          <a:xfrm xmlns:a="http://schemas.openxmlformats.org/drawingml/2006/main">
            <a:off x="609600" y="1457325"/>
            <a:ext cx="1095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Bisa digunakan tanpa login</a:t>
            </a:r>
          </a:p>
        </p:txBody>
      </p:sp>
      <p:sp>
        <p:nvSpPr>
          <p:cNvPr id="4" name="Kenali pondok&#10;Beranda, Tentang, Program">
            <a:extLst xmlns:a="http://schemas.openxmlformats.org/drawingml/2006/main">
              <a:ext uri="{FF2B5EF4-FFF2-40B4-BE49-F238E27FC236}">
                <a16:creationId xmlns:a16="http://schemas.microsoft.com/office/drawing/2014/main" id="{94E7C637-F3D7-403A-BA09-0ACBDE25C0D1}"/>
              </a:ext>
            </a:extLst>
          </p:cNvPr>
          <p:cNvSpPr>
            <a:spLocks xmlns:a="http://schemas.openxmlformats.org/drawingml/2006/main" noGrp="1"/>
          </p:cNvSpPr>
          <p:nvPr/>
        </p:nvSpPr>
        <p:spPr>
          <a:xfrm xmlns:a="http://schemas.openxmlformats.org/drawingml/2006/main">
            <a:off x="609600" y="2428875"/>
            <a:ext cx="4286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0">
                <a:solidFill>
                  <a:srgbClr val="253E30"/>
                </a:solidFill>
                <a:latin typeface="Arial"/>
                <a:ea typeface="Arial"/>
                <a:cs typeface="Arial"/>
              </a:defRPr>
            </a:defPPr>
            <a:lvl1pPr algn="l">
              <a:defRPr sz="2250" b="0">
                <a:solidFill>
                  <a:srgbClr val="253E30"/>
                </a:solidFill>
                <a:latin typeface="Arial"/>
                <a:ea typeface="Arial"/>
                <a:cs typeface="Arial"/>
              </a:defRPr>
            </a:lvl1pPr>
            <a:lvl2pPr algn="l">
              <a:defRPr sz="2250" b="0">
                <a:solidFill>
                  <a:srgbClr val="253E30"/>
                </a:solidFill>
                <a:latin typeface="Arial"/>
                <a:ea typeface="Arial"/>
                <a:cs typeface="Arial"/>
              </a:defRPr>
            </a:lvl2pPr>
            <a:lvl3pPr algn="l">
              <a:defRPr sz="2250" b="0">
                <a:solidFill>
                  <a:srgbClr val="253E30"/>
                </a:solidFill>
                <a:latin typeface="Arial"/>
                <a:ea typeface="Arial"/>
                <a:cs typeface="Arial"/>
              </a:defRPr>
            </a:lvl3pPr>
            <a:lvl4pPr algn="l">
              <a:defRPr sz="2250" b="0">
                <a:solidFill>
                  <a:srgbClr val="253E30"/>
                </a:solidFill>
                <a:latin typeface="Arial"/>
                <a:ea typeface="Arial"/>
                <a:cs typeface="Arial"/>
              </a:defRPr>
            </a:lvl4pPr>
            <a:lvl5pPr algn="l">
              <a:defRPr sz="2250" b="0">
                <a:solidFill>
                  <a:srgbClr val="253E30"/>
                </a:solidFill>
                <a:latin typeface="Arial"/>
                <a:ea typeface="Arial"/>
                <a:cs typeface="Arial"/>
              </a:defRPr>
            </a:lvl5pPr>
            <a:lvl6pPr algn="l">
              <a:defRPr sz="2250" b="0">
                <a:solidFill>
                  <a:srgbClr val="253E30"/>
                </a:solidFill>
                <a:latin typeface="Arial"/>
                <a:ea typeface="Arial"/>
                <a:cs typeface="Arial"/>
              </a:defRPr>
            </a:lvl6pPr>
            <a:lvl7pPr algn="l">
              <a:defRPr sz="2250" b="0">
                <a:solidFill>
                  <a:srgbClr val="253E30"/>
                </a:solidFill>
                <a:latin typeface="Arial"/>
                <a:ea typeface="Arial"/>
                <a:cs typeface="Arial"/>
              </a:defRPr>
            </a:lvl7pPr>
            <a:lvl8pPr algn="l">
              <a:defRPr sz="2250" b="0">
                <a:solidFill>
                  <a:srgbClr val="253E30"/>
                </a:solidFill>
                <a:latin typeface="Arial"/>
                <a:ea typeface="Arial"/>
                <a:cs typeface="Arial"/>
              </a:defRPr>
            </a:lvl8pPr>
            <a:lvl9pPr algn="l">
              <a:defRPr sz="2250" b="0">
                <a:solidFill>
                  <a:srgbClr val="253E30"/>
                </a:solidFill>
                <a:latin typeface="Arial"/>
                <a:ea typeface="Arial"/>
                <a:cs typeface="Arial"/>
              </a:defRPr>
            </a:lvl9pPr>
          </a:lstStyle>
          <a:p xmlns:a="http://schemas.openxmlformats.org/drawingml/2006/main">
            <a:pPr algn="l">
              <a:defRPr sz="2250" b="0">
                <a:solidFill>
                  <a:srgbClr val="253E30"/>
                </a:solidFill>
                <a:latin typeface="Arial"/>
                <a:ea typeface="Arial"/>
                <a:cs typeface="Arial"/>
              </a:defRPr>
            </a:pPr>
            <a:r>
              <a:rPr sz="2250" b="0">
                <a:solidFill>
                  <a:srgbClr val="253E30"/>
                </a:solidFill>
                <a:latin typeface="Arial"/>
                <a:ea typeface="Arial"/>
                <a:cs typeface="Arial"/>
              </a:rPr>
              <a:t>Kenali pondok</a:t>
            </a:r>
          </a:p>
          <a:p xmlns:a="http://schemas.openxmlformats.org/drawingml/2006/main">
            <a:pPr algn="l">
              <a:defRPr sz="2250" b="0">
                <a:solidFill>
                  <a:srgbClr val="253E30"/>
                </a:solidFill>
                <a:latin typeface="Arial"/>
                <a:ea typeface="Arial"/>
                <a:cs typeface="Arial"/>
              </a:defRPr>
            </a:pPr>
            <a:r>
              <a:rPr sz="2250" b="0">
                <a:solidFill>
                  <a:srgbClr val="253E30"/>
                </a:solidFill>
                <a:latin typeface="Arial"/>
                <a:ea typeface="Arial"/>
                <a:cs typeface="Arial"/>
              </a:rPr>
              <a:t>Beranda, Tentang, Program</a:t>
            </a:r>
          </a:p>
        </p:txBody>
      </p:sp>
      <p:sp>
        <p:nvSpPr>
          <p:cNvPr id="5" name="Ikuti kegiatan&#10;Berita dan Galeri">
            <a:extLst xmlns:a="http://schemas.openxmlformats.org/drawingml/2006/main">
              <a:ext uri="{FF2B5EF4-FFF2-40B4-BE49-F238E27FC236}">
                <a16:creationId xmlns:a16="http://schemas.microsoft.com/office/drawing/2014/main" id="{A1F22293-375C-4071-8E27-E8C6A2FFD61F}"/>
              </a:ext>
            </a:extLst>
          </p:cNvPr>
          <p:cNvSpPr>
            <a:spLocks xmlns:a="http://schemas.openxmlformats.org/drawingml/2006/main" noGrp="1"/>
          </p:cNvSpPr>
          <p:nvPr/>
        </p:nvSpPr>
        <p:spPr>
          <a:xfrm xmlns:a="http://schemas.openxmlformats.org/drawingml/2006/main">
            <a:off x="609600" y="3762375"/>
            <a:ext cx="4286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0">
                <a:solidFill>
                  <a:srgbClr val="253E30"/>
                </a:solidFill>
                <a:latin typeface="Arial"/>
                <a:ea typeface="Arial"/>
                <a:cs typeface="Arial"/>
              </a:defRPr>
            </a:defPPr>
            <a:lvl1pPr algn="l">
              <a:defRPr sz="2250" b="0">
                <a:solidFill>
                  <a:srgbClr val="253E30"/>
                </a:solidFill>
                <a:latin typeface="Arial"/>
                <a:ea typeface="Arial"/>
                <a:cs typeface="Arial"/>
              </a:defRPr>
            </a:lvl1pPr>
            <a:lvl2pPr algn="l">
              <a:defRPr sz="2250" b="0">
                <a:solidFill>
                  <a:srgbClr val="253E30"/>
                </a:solidFill>
                <a:latin typeface="Arial"/>
                <a:ea typeface="Arial"/>
                <a:cs typeface="Arial"/>
              </a:defRPr>
            </a:lvl2pPr>
            <a:lvl3pPr algn="l">
              <a:defRPr sz="2250" b="0">
                <a:solidFill>
                  <a:srgbClr val="253E30"/>
                </a:solidFill>
                <a:latin typeface="Arial"/>
                <a:ea typeface="Arial"/>
                <a:cs typeface="Arial"/>
              </a:defRPr>
            </a:lvl3pPr>
            <a:lvl4pPr algn="l">
              <a:defRPr sz="2250" b="0">
                <a:solidFill>
                  <a:srgbClr val="253E30"/>
                </a:solidFill>
                <a:latin typeface="Arial"/>
                <a:ea typeface="Arial"/>
                <a:cs typeface="Arial"/>
              </a:defRPr>
            </a:lvl4pPr>
            <a:lvl5pPr algn="l">
              <a:defRPr sz="2250" b="0">
                <a:solidFill>
                  <a:srgbClr val="253E30"/>
                </a:solidFill>
                <a:latin typeface="Arial"/>
                <a:ea typeface="Arial"/>
                <a:cs typeface="Arial"/>
              </a:defRPr>
            </a:lvl5pPr>
            <a:lvl6pPr algn="l">
              <a:defRPr sz="2250" b="0">
                <a:solidFill>
                  <a:srgbClr val="253E30"/>
                </a:solidFill>
                <a:latin typeface="Arial"/>
                <a:ea typeface="Arial"/>
                <a:cs typeface="Arial"/>
              </a:defRPr>
            </a:lvl6pPr>
            <a:lvl7pPr algn="l">
              <a:defRPr sz="2250" b="0">
                <a:solidFill>
                  <a:srgbClr val="253E30"/>
                </a:solidFill>
                <a:latin typeface="Arial"/>
                <a:ea typeface="Arial"/>
                <a:cs typeface="Arial"/>
              </a:defRPr>
            </a:lvl7pPr>
            <a:lvl8pPr algn="l">
              <a:defRPr sz="2250" b="0">
                <a:solidFill>
                  <a:srgbClr val="253E30"/>
                </a:solidFill>
                <a:latin typeface="Arial"/>
                <a:ea typeface="Arial"/>
                <a:cs typeface="Arial"/>
              </a:defRPr>
            </a:lvl8pPr>
            <a:lvl9pPr algn="l">
              <a:defRPr sz="2250" b="0">
                <a:solidFill>
                  <a:srgbClr val="253E30"/>
                </a:solidFill>
                <a:latin typeface="Arial"/>
                <a:ea typeface="Arial"/>
                <a:cs typeface="Arial"/>
              </a:defRPr>
            </a:lvl9pPr>
          </a:lstStyle>
          <a:p xmlns:a="http://schemas.openxmlformats.org/drawingml/2006/main">
            <a:pPr algn="l">
              <a:defRPr sz="2250" b="0">
                <a:solidFill>
                  <a:srgbClr val="253E30"/>
                </a:solidFill>
                <a:latin typeface="Arial"/>
                <a:ea typeface="Arial"/>
                <a:cs typeface="Arial"/>
              </a:defRPr>
            </a:pPr>
            <a:r>
              <a:rPr sz="2250" b="0">
                <a:solidFill>
                  <a:srgbClr val="253E30"/>
                </a:solidFill>
                <a:latin typeface="Arial"/>
                <a:ea typeface="Arial"/>
                <a:cs typeface="Arial"/>
              </a:rPr>
              <a:t>Ikuti kegiatan</a:t>
            </a:r>
          </a:p>
          <a:p xmlns:a="http://schemas.openxmlformats.org/drawingml/2006/main">
            <a:pPr algn="l">
              <a:defRPr sz="2250" b="0">
                <a:solidFill>
                  <a:srgbClr val="253E30"/>
                </a:solidFill>
                <a:latin typeface="Arial"/>
                <a:ea typeface="Arial"/>
                <a:cs typeface="Arial"/>
              </a:defRPr>
            </a:pPr>
            <a:r>
              <a:rPr sz="2250" b="0">
                <a:solidFill>
                  <a:srgbClr val="253E30"/>
                </a:solidFill>
                <a:latin typeface="Arial"/>
                <a:ea typeface="Arial"/>
                <a:cs typeface="Arial"/>
              </a:rPr>
              <a:t>Berita dan Galeri</a:t>
            </a:r>
          </a:p>
        </p:txBody>
      </p:sp>
      <p:sp>
        <p:nvSpPr>
          <p:cNvPr id="6" name="Daftar, berdonasi,&#10;atau hubungi pengurus">
            <a:extLst xmlns:a="http://schemas.openxmlformats.org/drawingml/2006/main">
              <a:ext uri="{FF2B5EF4-FFF2-40B4-BE49-F238E27FC236}">
                <a16:creationId xmlns:a16="http://schemas.microsoft.com/office/drawing/2014/main" id="{85E5E15C-1905-4CBE-8B4C-AFB1E4BE211F}"/>
              </a:ext>
            </a:extLst>
          </p:cNvPr>
          <p:cNvSpPr>
            <a:spLocks xmlns:a="http://schemas.openxmlformats.org/drawingml/2006/main" noGrp="1"/>
          </p:cNvSpPr>
          <p:nvPr/>
        </p:nvSpPr>
        <p:spPr>
          <a:xfrm xmlns:a="http://schemas.openxmlformats.org/drawingml/2006/main">
            <a:off x="609600" y="5095875"/>
            <a:ext cx="4286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0">
                <a:solidFill>
                  <a:srgbClr val="253E30"/>
                </a:solidFill>
                <a:latin typeface="Arial"/>
                <a:ea typeface="Arial"/>
                <a:cs typeface="Arial"/>
              </a:defRPr>
            </a:defPPr>
            <a:lvl1pPr algn="l">
              <a:defRPr sz="2250" b="0">
                <a:solidFill>
                  <a:srgbClr val="253E30"/>
                </a:solidFill>
                <a:latin typeface="Arial"/>
                <a:ea typeface="Arial"/>
                <a:cs typeface="Arial"/>
              </a:defRPr>
            </a:lvl1pPr>
            <a:lvl2pPr algn="l">
              <a:defRPr sz="2250" b="0">
                <a:solidFill>
                  <a:srgbClr val="253E30"/>
                </a:solidFill>
                <a:latin typeface="Arial"/>
                <a:ea typeface="Arial"/>
                <a:cs typeface="Arial"/>
              </a:defRPr>
            </a:lvl2pPr>
            <a:lvl3pPr algn="l">
              <a:defRPr sz="2250" b="0">
                <a:solidFill>
                  <a:srgbClr val="253E30"/>
                </a:solidFill>
                <a:latin typeface="Arial"/>
                <a:ea typeface="Arial"/>
                <a:cs typeface="Arial"/>
              </a:defRPr>
            </a:lvl3pPr>
            <a:lvl4pPr algn="l">
              <a:defRPr sz="2250" b="0">
                <a:solidFill>
                  <a:srgbClr val="253E30"/>
                </a:solidFill>
                <a:latin typeface="Arial"/>
                <a:ea typeface="Arial"/>
                <a:cs typeface="Arial"/>
              </a:defRPr>
            </a:lvl4pPr>
            <a:lvl5pPr algn="l">
              <a:defRPr sz="2250" b="0">
                <a:solidFill>
                  <a:srgbClr val="253E30"/>
                </a:solidFill>
                <a:latin typeface="Arial"/>
                <a:ea typeface="Arial"/>
                <a:cs typeface="Arial"/>
              </a:defRPr>
            </a:lvl5pPr>
            <a:lvl6pPr algn="l">
              <a:defRPr sz="2250" b="0">
                <a:solidFill>
                  <a:srgbClr val="253E30"/>
                </a:solidFill>
                <a:latin typeface="Arial"/>
                <a:ea typeface="Arial"/>
                <a:cs typeface="Arial"/>
              </a:defRPr>
            </a:lvl6pPr>
            <a:lvl7pPr algn="l">
              <a:defRPr sz="2250" b="0">
                <a:solidFill>
                  <a:srgbClr val="253E30"/>
                </a:solidFill>
                <a:latin typeface="Arial"/>
                <a:ea typeface="Arial"/>
                <a:cs typeface="Arial"/>
              </a:defRPr>
            </a:lvl7pPr>
            <a:lvl8pPr algn="l">
              <a:defRPr sz="2250" b="0">
                <a:solidFill>
                  <a:srgbClr val="253E30"/>
                </a:solidFill>
                <a:latin typeface="Arial"/>
                <a:ea typeface="Arial"/>
                <a:cs typeface="Arial"/>
              </a:defRPr>
            </a:lvl8pPr>
            <a:lvl9pPr algn="l">
              <a:defRPr sz="2250" b="0">
                <a:solidFill>
                  <a:srgbClr val="253E30"/>
                </a:solidFill>
                <a:latin typeface="Arial"/>
                <a:ea typeface="Arial"/>
                <a:cs typeface="Arial"/>
              </a:defRPr>
            </a:lvl9pPr>
          </a:lstStyle>
          <a:p xmlns:a="http://schemas.openxmlformats.org/drawingml/2006/main">
            <a:pPr algn="l">
              <a:defRPr sz="2250" b="0">
                <a:solidFill>
                  <a:srgbClr val="253E30"/>
                </a:solidFill>
                <a:latin typeface="Arial"/>
                <a:ea typeface="Arial"/>
                <a:cs typeface="Arial"/>
              </a:defRPr>
            </a:pPr>
            <a:r>
              <a:rPr sz="2250" b="0">
                <a:solidFill>
                  <a:srgbClr val="253E30"/>
                </a:solidFill>
                <a:latin typeface="Arial"/>
                <a:ea typeface="Arial"/>
                <a:cs typeface="Arial"/>
              </a:rPr>
              <a:t>Daftar, berdonasi,</a:t>
            </a:r>
          </a:p>
          <a:p xmlns:a="http://schemas.openxmlformats.org/drawingml/2006/main">
            <a:pPr algn="l">
              <a:defRPr sz="2250" b="0">
                <a:solidFill>
                  <a:srgbClr val="253E30"/>
                </a:solidFill>
                <a:latin typeface="Arial"/>
                <a:ea typeface="Arial"/>
                <a:cs typeface="Arial"/>
              </a:defRPr>
            </a:pPr>
            <a:r>
              <a:rPr sz="2250" b="0">
                <a:solidFill>
                  <a:srgbClr val="253E30"/>
                </a:solidFill>
                <a:latin typeface="Arial"/>
                <a:ea typeface="Arial"/>
                <a:cs typeface="Arial"/>
              </a:rPr>
              <a:t>atau hubungi pengurus</a:t>
            </a:r>
          </a:p>
        </p:txBody>
      </p:sp>
      <p:pic>
        <p:nvPicPr>
          <p:cNvPr id="7" name="">
            <a:extLst xmlns:a="http://schemas.openxmlformats.org/drawingml/2006/main">
              <a:ext uri="{FF2B5EF4-FFF2-40B4-BE49-F238E27FC236}">
                <a16:creationId xmlns:a16="http://schemas.microsoft.com/office/drawing/2014/main" id="{3E38DFAE-431E-4D37-8E6F-DE7B5D822BCA}"/>
              </a:ext>
            </a:extLst>
          </p:cNvPr>
          <p:cNvPicPr>
            <a:picLocks xmlns:a="http://schemas.openxmlformats.org/drawingml/2006/main" noChangeAspect="1"/>
          </p:cNvPicPr>
          <p:nvPr/>
        </p:nvPicPr>
        <p:blipFill>
          <a:blip xmlns:r="http://schemas.openxmlformats.org/officeDocument/2006/relationships" xmlns:a="http://schemas.openxmlformats.org/drawingml/2006/main" r:embed="R3f5ef7df517b4f15"/>
          <a:srcRect xmlns:a="http://schemas.openxmlformats.org/drawingml/2006/main" l="260" t="7946" r="833" b="5426"/>
          <a:stretch xmlns:a="http://schemas.openxmlformats.org/drawingml/2006/main"/>
        </p:blipFill>
        <p:spPr>
          <a:xfrm xmlns:a="http://schemas.openxmlformats.org/drawingml/2006/main">
            <a:off x="5191125" y="2152650"/>
            <a:ext cx="6381750" cy="3004363"/>
          </a:xfrm>
          <a:prstGeom xmlns:a="http://schemas.openxmlformats.org/drawingml/2006/main" prst="rect">
            <a:avLst/>
          </a:prstGeom>
        </p:spPr>
      </p:pic>
    </p:spTree>
    <p:extLst>
      <p:ext uri="{BB962C8B-B14F-4D97-AF65-F5344CB8AC3E}">
        <p14:creationId xmlns:p14="http://schemas.microsoft.com/office/powerpoint/2010/main" val="2231087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aftar santri baru">
            <a:extLst xmlns:a="http://schemas.openxmlformats.org/drawingml/2006/main">
              <a:ext uri="{FF2B5EF4-FFF2-40B4-BE49-F238E27FC236}">
                <a16:creationId xmlns:a16="http://schemas.microsoft.com/office/drawing/2014/main" id="{D3CF3B11-A72D-43A6-BB05-C0D940A9A7F7}"/>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Daftar santri baru</a:t>
            </a:r>
          </a:p>
        </p:txBody>
      </p:sp>
      <p:sp>
        <p:nvSpPr>
          <p:cNvPr id="2" name="03 / 10">
            <a:extLst xmlns:a="http://schemas.openxmlformats.org/drawingml/2006/main">
              <a:ext uri="{FF2B5EF4-FFF2-40B4-BE49-F238E27FC236}">
                <a16:creationId xmlns:a16="http://schemas.microsoft.com/office/drawing/2014/main" id="{D9E22C42-42EA-4A66-A032-9E76A3817C3A}"/>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03 / 10</a:t>
            </a:r>
          </a:p>
        </p:txBody>
      </p:sp>
      <p:sp>
        <p:nvSpPr>
          <p:cNvPr id="3" name="1  Buka Pendaftaran">
            <a:extLst xmlns:a="http://schemas.openxmlformats.org/drawingml/2006/main">
              <a:ext uri="{FF2B5EF4-FFF2-40B4-BE49-F238E27FC236}">
                <a16:creationId xmlns:a16="http://schemas.microsoft.com/office/drawing/2014/main" id="{20F1428E-1036-4797-8B0F-884179D5D649}"/>
              </a:ext>
            </a:extLst>
          </p:cNvPr>
          <p:cNvSpPr>
            <a:spLocks xmlns:a="http://schemas.openxmlformats.org/drawingml/2006/main" noGrp="1"/>
          </p:cNvSpPr>
          <p:nvPr/>
        </p:nvSpPr>
        <p:spPr>
          <a:xfrm xmlns:a="http://schemas.openxmlformats.org/drawingml/2006/main">
            <a:off x="609600" y="1847850"/>
            <a:ext cx="476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66534"/>
                </a:solidFill>
                <a:latin typeface="Arial"/>
                <a:ea typeface="Arial"/>
                <a:cs typeface="Arial"/>
              </a:defRPr>
            </a:defPPr>
            <a:lvl1pPr algn="l">
              <a:defRPr sz="2325" b="1">
                <a:solidFill>
                  <a:srgbClr val="166534"/>
                </a:solidFill>
                <a:latin typeface="Arial"/>
                <a:ea typeface="Arial"/>
                <a:cs typeface="Arial"/>
              </a:defRPr>
            </a:lvl1pPr>
            <a:lvl2pPr algn="l">
              <a:defRPr sz="2325" b="1">
                <a:solidFill>
                  <a:srgbClr val="166534"/>
                </a:solidFill>
                <a:latin typeface="Arial"/>
                <a:ea typeface="Arial"/>
                <a:cs typeface="Arial"/>
              </a:defRPr>
            </a:lvl2pPr>
            <a:lvl3pPr algn="l">
              <a:defRPr sz="2325" b="1">
                <a:solidFill>
                  <a:srgbClr val="166534"/>
                </a:solidFill>
                <a:latin typeface="Arial"/>
                <a:ea typeface="Arial"/>
                <a:cs typeface="Arial"/>
              </a:defRPr>
            </a:lvl3pPr>
            <a:lvl4pPr algn="l">
              <a:defRPr sz="2325" b="1">
                <a:solidFill>
                  <a:srgbClr val="166534"/>
                </a:solidFill>
                <a:latin typeface="Arial"/>
                <a:ea typeface="Arial"/>
                <a:cs typeface="Arial"/>
              </a:defRPr>
            </a:lvl4pPr>
            <a:lvl5pPr algn="l">
              <a:defRPr sz="2325" b="1">
                <a:solidFill>
                  <a:srgbClr val="166534"/>
                </a:solidFill>
                <a:latin typeface="Arial"/>
                <a:ea typeface="Arial"/>
                <a:cs typeface="Arial"/>
              </a:defRPr>
            </a:lvl5pPr>
            <a:lvl6pPr algn="l">
              <a:defRPr sz="2325" b="1">
                <a:solidFill>
                  <a:srgbClr val="166534"/>
                </a:solidFill>
                <a:latin typeface="Arial"/>
                <a:ea typeface="Arial"/>
                <a:cs typeface="Arial"/>
              </a:defRPr>
            </a:lvl6pPr>
            <a:lvl7pPr algn="l">
              <a:defRPr sz="2325" b="1">
                <a:solidFill>
                  <a:srgbClr val="166534"/>
                </a:solidFill>
                <a:latin typeface="Arial"/>
                <a:ea typeface="Arial"/>
                <a:cs typeface="Arial"/>
              </a:defRPr>
            </a:lvl7pPr>
            <a:lvl8pPr algn="l">
              <a:defRPr sz="2325" b="1">
                <a:solidFill>
                  <a:srgbClr val="166534"/>
                </a:solidFill>
                <a:latin typeface="Arial"/>
                <a:ea typeface="Arial"/>
                <a:cs typeface="Arial"/>
              </a:defRPr>
            </a:lvl8pPr>
            <a:lvl9pPr algn="l">
              <a:defRPr sz="2325" b="1">
                <a:solidFill>
                  <a:srgbClr val="166534"/>
                </a:solidFill>
                <a:latin typeface="Arial"/>
                <a:ea typeface="Arial"/>
                <a:cs typeface="Arial"/>
              </a:defRPr>
            </a:lvl9pPr>
          </a:lstStyle>
          <a:p xmlns:a="http://schemas.openxmlformats.org/drawingml/2006/main">
            <a:pPr algn="l">
              <a:defRPr sz="2325" b="1">
                <a:solidFill>
                  <a:srgbClr val="166534"/>
                </a:solidFill>
                <a:latin typeface="Arial"/>
                <a:ea typeface="Arial"/>
                <a:cs typeface="Arial"/>
              </a:defRPr>
            </a:pPr>
            <a:r>
              <a:rPr sz="2325" b="1">
                <a:solidFill>
                  <a:srgbClr val="166534"/>
                </a:solidFill>
                <a:latin typeface="Arial"/>
                <a:ea typeface="Arial"/>
                <a:cs typeface="Arial"/>
              </a:rPr>
              <a:t>1  Buka Pendaftaran</a:t>
            </a:r>
          </a:p>
        </p:txBody>
      </p:sp>
      <p:sp>
        <p:nvSpPr>
          <p:cNvPr id="4" name="2  Isi data santri dan wali">
            <a:extLst xmlns:a="http://schemas.openxmlformats.org/drawingml/2006/main">
              <a:ext uri="{FF2B5EF4-FFF2-40B4-BE49-F238E27FC236}">
                <a16:creationId xmlns:a16="http://schemas.microsoft.com/office/drawing/2014/main" id="{99B7E9FE-5699-4804-992E-115BA58C57A4}"/>
              </a:ext>
            </a:extLst>
          </p:cNvPr>
          <p:cNvSpPr>
            <a:spLocks xmlns:a="http://schemas.openxmlformats.org/drawingml/2006/main" noGrp="1"/>
          </p:cNvSpPr>
          <p:nvPr/>
        </p:nvSpPr>
        <p:spPr>
          <a:xfrm xmlns:a="http://schemas.openxmlformats.org/drawingml/2006/main">
            <a:off x="609600" y="2714625"/>
            <a:ext cx="4762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253E30"/>
                </a:solidFill>
                <a:latin typeface="Arial"/>
                <a:ea typeface="Arial"/>
                <a:cs typeface="Arial"/>
              </a:defRPr>
            </a:defPPr>
            <a:lvl1pPr algn="l">
              <a:defRPr sz="2325" b="0">
                <a:solidFill>
                  <a:srgbClr val="253E30"/>
                </a:solidFill>
                <a:latin typeface="Arial"/>
                <a:ea typeface="Arial"/>
                <a:cs typeface="Arial"/>
              </a:defRPr>
            </a:lvl1pPr>
            <a:lvl2pPr algn="l">
              <a:defRPr sz="2325" b="0">
                <a:solidFill>
                  <a:srgbClr val="253E30"/>
                </a:solidFill>
                <a:latin typeface="Arial"/>
                <a:ea typeface="Arial"/>
                <a:cs typeface="Arial"/>
              </a:defRPr>
            </a:lvl2pPr>
            <a:lvl3pPr algn="l">
              <a:defRPr sz="2325" b="0">
                <a:solidFill>
                  <a:srgbClr val="253E30"/>
                </a:solidFill>
                <a:latin typeface="Arial"/>
                <a:ea typeface="Arial"/>
                <a:cs typeface="Arial"/>
              </a:defRPr>
            </a:lvl3pPr>
            <a:lvl4pPr algn="l">
              <a:defRPr sz="2325" b="0">
                <a:solidFill>
                  <a:srgbClr val="253E30"/>
                </a:solidFill>
                <a:latin typeface="Arial"/>
                <a:ea typeface="Arial"/>
                <a:cs typeface="Arial"/>
              </a:defRPr>
            </a:lvl4pPr>
            <a:lvl5pPr algn="l">
              <a:defRPr sz="2325" b="0">
                <a:solidFill>
                  <a:srgbClr val="253E30"/>
                </a:solidFill>
                <a:latin typeface="Arial"/>
                <a:ea typeface="Arial"/>
                <a:cs typeface="Arial"/>
              </a:defRPr>
            </a:lvl5pPr>
            <a:lvl6pPr algn="l">
              <a:defRPr sz="2325" b="0">
                <a:solidFill>
                  <a:srgbClr val="253E30"/>
                </a:solidFill>
                <a:latin typeface="Arial"/>
                <a:ea typeface="Arial"/>
                <a:cs typeface="Arial"/>
              </a:defRPr>
            </a:lvl6pPr>
            <a:lvl7pPr algn="l">
              <a:defRPr sz="2325" b="0">
                <a:solidFill>
                  <a:srgbClr val="253E30"/>
                </a:solidFill>
                <a:latin typeface="Arial"/>
                <a:ea typeface="Arial"/>
                <a:cs typeface="Arial"/>
              </a:defRPr>
            </a:lvl7pPr>
            <a:lvl8pPr algn="l">
              <a:defRPr sz="2325" b="0">
                <a:solidFill>
                  <a:srgbClr val="253E30"/>
                </a:solidFill>
                <a:latin typeface="Arial"/>
                <a:ea typeface="Arial"/>
                <a:cs typeface="Arial"/>
              </a:defRPr>
            </a:lvl8pPr>
            <a:lvl9pPr algn="l">
              <a:defRPr sz="2325" b="0">
                <a:solidFill>
                  <a:srgbClr val="253E30"/>
                </a:solidFill>
                <a:latin typeface="Arial"/>
                <a:ea typeface="Arial"/>
                <a:cs typeface="Arial"/>
              </a:defRPr>
            </a:lvl9pPr>
          </a:lstStyle>
          <a:p xmlns:a="http://schemas.openxmlformats.org/drawingml/2006/main">
            <a:pPr algn="l">
              <a:defRPr sz="2325" b="0">
                <a:solidFill>
                  <a:srgbClr val="253E30"/>
                </a:solidFill>
                <a:latin typeface="Arial"/>
                <a:ea typeface="Arial"/>
                <a:cs typeface="Arial"/>
              </a:defRPr>
            </a:pPr>
            <a:r>
              <a:rPr sz="2325" b="0">
                <a:solidFill>
                  <a:srgbClr val="253E30"/>
                </a:solidFill>
                <a:latin typeface="Arial"/>
                <a:ea typeface="Arial"/>
                <a:cs typeface="Arial"/>
              </a:rPr>
              <a:t>2  Isi data santri dan wali</a:t>
            </a:r>
          </a:p>
        </p:txBody>
      </p:sp>
      <p:sp>
        <p:nvSpPr>
          <p:cNvPr id="5" name="3  Pilih program dan lampiran">
            <a:extLst xmlns:a="http://schemas.openxmlformats.org/drawingml/2006/main">
              <a:ext uri="{FF2B5EF4-FFF2-40B4-BE49-F238E27FC236}">
                <a16:creationId xmlns:a16="http://schemas.microsoft.com/office/drawing/2014/main" id="{28DD27DE-4B4A-4E85-B8C9-5F630AA6A278}"/>
              </a:ext>
            </a:extLst>
          </p:cNvPr>
          <p:cNvSpPr>
            <a:spLocks xmlns:a="http://schemas.openxmlformats.org/drawingml/2006/main" noGrp="1"/>
          </p:cNvSpPr>
          <p:nvPr/>
        </p:nvSpPr>
        <p:spPr>
          <a:xfrm xmlns:a="http://schemas.openxmlformats.org/drawingml/2006/main">
            <a:off x="609600" y="3676650"/>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253E30"/>
                </a:solidFill>
                <a:latin typeface="Arial"/>
                <a:ea typeface="Arial"/>
                <a:cs typeface="Arial"/>
              </a:defRPr>
            </a:defPPr>
            <a:lvl1pPr algn="l">
              <a:defRPr sz="2325" b="0">
                <a:solidFill>
                  <a:srgbClr val="253E30"/>
                </a:solidFill>
                <a:latin typeface="Arial"/>
                <a:ea typeface="Arial"/>
                <a:cs typeface="Arial"/>
              </a:defRPr>
            </a:lvl1pPr>
            <a:lvl2pPr algn="l">
              <a:defRPr sz="2325" b="0">
                <a:solidFill>
                  <a:srgbClr val="253E30"/>
                </a:solidFill>
                <a:latin typeface="Arial"/>
                <a:ea typeface="Arial"/>
                <a:cs typeface="Arial"/>
              </a:defRPr>
            </a:lvl2pPr>
            <a:lvl3pPr algn="l">
              <a:defRPr sz="2325" b="0">
                <a:solidFill>
                  <a:srgbClr val="253E30"/>
                </a:solidFill>
                <a:latin typeface="Arial"/>
                <a:ea typeface="Arial"/>
                <a:cs typeface="Arial"/>
              </a:defRPr>
            </a:lvl3pPr>
            <a:lvl4pPr algn="l">
              <a:defRPr sz="2325" b="0">
                <a:solidFill>
                  <a:srgbClr val="253E30"/>
                </a:solidFill>
                <a:latin typeface="Arial"/>
                <a:ea typeface="Arial"/>
                <a:cs typeface="Arial"/>
              </a:defRPr>
            </a:lvl4pPr>
            <a:lvl5pPr algn="l">
              <a:defRPr sz="2325" b="0">
                <a:solidFill>
                  <a:srgbClr val="253E30"/>
                </a:solidFill>
                <a:latin typeface="Arial"/>
                <a:ea typeface="Arial"/>
                <a:cs typeface="Arial"/>
              </a:defRPr>
            </a:lvl5pPr>
            <a:lvl6pPr algn="l">
              <a:defRPr sz="2325" b="0">
                <a:solidFill>
                  <a:srgbClr val="253E30"/>
                </a:solidFill>
                <a:latin typeface="Arial"/>
                <a:ea typeface="Arial"/>
                <a:cs typeface="Arial"/>
              </a:defRPr>
            </a:lvl6pPr>
            <a:lvl7pPr algn="l">
              <a:defRPr sz="2325" b="0">
                <a:solidFill>
                  <a:srgbClr val="253E30"/>
                </a:solidFill>
                <a:latin typeface="Arial"/>
                <a:ea typeface="Arial"/>
                <a:cs typeface="Arial"/>
              </a:defRPr>
            </a:lvl7pPr>
            <a:lvl8pPr algn="l">
              <a:defRPr sz="2325" b="0">
                <a:solidFill>
                  <a:srgbClr val="253E30"/>
                </a:solidFill>
                <a:latin typeface="Arial"/>
                <a:ea typeface="Arial"/>
                <a:cs typeface="Arial"/>
              </a:defRPr>
            </a:lvl8pPr>
            <a:lvl9pPr algn="l">
              <a:defRPr sz="2325" b="0">
                <a:solidFill>
                  <a:srgbClr val="253E30"/>
                </a:solidFill>
                <a:latin typeface="Arial"/>
                <a:ea typeface="Arial"/>
                <a:cs typeface="Arial"/>
              </a:defRPr>
            </a:lvl9pPr>
          </a:lstStyle>
          <a:p xmlns:a="http://schemas.openxmlformats.org/drawingml/2006/main">
            <a:pPr algn="l">
              <a:defRPr sz="2325" b="0">
                <a:solidFill>
                  <a:srgbClr val="253E30"/>
                </a:solidFill>
                <a:latin typeface="Arial"/>
                <a:ea typeface="Arial"/>
                <a:cs typeface="Arial"/>
              </a:defRPr>
            </a:pPr>
            <a:r>
              <a:rPr sz="2325" b="0">
                <a:solidFill>
                  <a:srgbClr val="253E30"/>
                </a:solidFill>
                <a:latin typeface="Arial"/>
                <a:ea typeface="Arial"/>
                <a:cs typeface="Arial"/>
              </a:rPr>
              <a:t>3  Pilih program dan lampiran</a:t>
            </a:r>
          </a:p>
        </p:txBody>
      </p:sp>
      <p:sp>
        <p:nvSpPr>
          <p:cNvPr id="6" name="4  Kirim, lalu tunggu hasilnya">
            <a:extLst xmlns:a="http://schemas.openxmlformats.org/drawingml/2006/main">
              <a:ext uri="{FF2B5EF4-FFF2-40B4-BE49-F238E27FC236}">
                <a16:creationId xmlns:a16="http://schemas.microsoft.com/office/drawing/2014/main" id="{B5279192-4106-4B7A-B88F-A5085A66131B}"/>
              </a:ext>
            </a:extLst>
          </p:cNvPr>
          <p:cNvSpPr>
            <a:spLocks xmlns:a="http://schemas.openxmlformats.org/drawingml/2006/main" noGrp="1"/>
          </p:cNvSpPr>
          <p:nvPr/>
        </p:nvSpPr>
        <p:spPr>
          <a:xfrm xmlns:a="http://schemas.openxmlformats.org/drawingml/2006/main">
            <a:off x="609600" y="4676775"/>
            <a:ext cx="4762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0">
                <a:solidFill>
                  <a:srgbClr val="253E30"/>
                </a:solidFill>
                <a:latin typeface="Arial"/>
                <a:ea typeface="Arial"/>
                <a:cs typeface="Arial"/>
              </a:defRPr>
            </a:defPPr>
            <a:lvl1pPr algn="l">
              <a:defRPr sz="2325" b="0">
                <a:solidFill>
                  <a:srgbClr val="253E30"/>
                </a:solidFill>
                <a:latin typeface="Arial"/>
                <a:ea typeface="Arial"/>
                <a:cs typeface="Arial"/>
              </a:defRPr>
            </a:lvl1pPr>
            <a:lvl2pPr algn="l">
              <a:defRPr sz="2325" b="0">
                <a:solidFill>
                  <a:srgbClr val="253E30"/>
                </a:solidFill>
                <a:latin typeface="Arial"/>
                <a:ea typeface="Arial"/>
                <a:cs typeface="Arial"/>
              </a:defRPr>
            </a:lvl2pPr>
            <a:lvl3pPr algn="l">
              <a:defRPr sz="2325" b="0">
                <a:solidFill>
                  <a:srgbClr val="253E30"/>
                </a:solidFill>
                <a:latin typeface="Arial"/>
                <a:ea typeface="Arial"/>
                <a:cs typeface="Arial"/>
              </a:defRPr>
            </a:lvl3pPr>
            <a:lvl4pPr algn="l">
              <a:defRPr sz="2325" b="0">
                <a:solidFill>
                  <a:srgbClr val="253E30"/>
                </a:solidFill>
                <a:latin typeface="Arial"/>
                <a:ea typeface="Arial"/>
                <a:cs typeface="Arial"/>
              </a:defRPr>
            </a:lvl4pPr>
            <a:lvl5pPr algn="l">
              <a:defRPr sz="2325" b="0">
                <a:solidFill>
                  <a:srgbClr val="253E30"/>
                </a:solidFill>
                <a:latin typeface="Arial"/>
                <a:ea typeface="Arial"/>
                <a:cs typeface="Arial"/>
              </a:defRPr>
            </a:lvl5pPr>
            <a:lvl6pPr algn="l">
              <a:defRPr sz="2325" b="0">
                <a:solidFill>
                  <a:srgbClr val="253E30"/>
                </a:solidFill>
                <a:latin typeface="Arial"/>
                <a:ea typeface="Arial"/>
                <a:cs typeface="Arial"/>
              </a:defRPr>
            </a:lvl6pPr>
            <a:lvl7pPr algn="l">
              <a:defRPr sz="2325" b="0">
                <a:solidFill>
                  <a:srgbClr val="253E30"/>
                </a:solidFill>
                <a:latin typeface="Arial"/>
                <a:ea typeface="Arial"/>
                <a:cs typeface="Arial"/>
              </a:defRPr>
            </a:lvl7pPr>
            <a:lvl8pPr algn="l">
              <a:defRPr sz="2325" b="0">
                <a:solidFill>
                  <a:srgbClr val="253E30"/>
                </a:solidFill>
                <a:latin typeface="Arial"/>
                <a:ea typeface="Arial"/>
                <a:cs typeface="Arial"/>
              </a:defRPr>
            </a:lvl8pPr>
            <a:lvl9pPr algn="l">
              <a:defRPr sz="2325" b="0">
                <a:solidFill>
                  <a:srgbClr val="253E30"/>
                </a:solidFill>
                <a:latin typeface="Arial"/>
                <a:ea typeface="Arial"/>
                <a:cs typeface="Arial"/>
              </a:defRPr>
            </a:lvl9pPr>
          </a:lstStyle>
          <a:p xmlns:a="http://schemas.openxmlformats.org/drawingml/2006/main">
            <a:pPr algn="l">
              <a:defRPr sz="2325" b="0">
                <a:solidFill>
                  <a:srgbClr val="253E30"/>
                </a:solidFill>
                <a:latin typeface="Arial"/>
                <a:ea typeface="Arial"/>
                <a:cs typeface="Arial"/>
              </a:defRPr>
            </a:pPr>
            <a:r>
              <a:rPr sz="2325" b="0">
                <a:solidFill>
                  <a:srgbClr val="253E30"/>
                </a:solidFill>
                <a:latin typeface="Arial"/>
                <a:ea typeface="Arial"/>
                <a:cs typeface="Arial"/>
              </a:rPr>
              <a:t>4  Kirim, lalu tunggu hasilnya</a:t>
            </a:r>
          </a:p>
        </p:txBody>
      </p:sp>
      <p:pic>
        <p:nvPicPr>
          <p:cNvPr id="7" name="">
            <a:extLst xmlns:a="http://schemas.openxmlformats.org/drawingml/2006/main">
              <a:ext uri="{FF2B5EF4-FFF2-40B4-BE49-F238E27FC236}">
                <a16:creationId xmlns:a16="http://schemas.microsoft.com/office/drawing/2014/main" id="{09D76927-4D56-4153-A563-6715B0E1D468}"/>
              </a:ext>
            </a:extLst>
          </p:cNvPr>
          <p:cNvPicPr>
            <a:picLocks xmlns:a="http://schemas.openxmlformats.org/drawingml/2006/main" noChangeAspect="1"/>
          </p:cNvPicPr>
          <p:nvPr/>
        </p:nvPicPr>
        <p:blipFill>
          <a:blip xmlns:r="http://schemas.openxmlformats.org/officeDocument/2006/relationships" xmlns:a="http://schemas.openxmlformats.org/drawingml/2006/main" r:embed="Rdeab92f9eb574b4f"/>
          <a:srcRect xmlns:a="http://schemas.openxmlformats.org/drawingml/2006/main" l="30729" t="46027" r="31250" b="2132"/>
          <a:stretch xmlns:a="http://schemas.openxmlformats.org/drawingml/2006/main"/>
        </p:blipFill>
        <p:spPr>
          <a:xfrm xmlns:a="http://schemas.openxmlformats.org/drawingml/2006/main">
            <a:off x="6096000" y="1714500"/>
            <a:ext cx="5289669" cy="3876675"/>
          </a:xfrm>
          <a:prstGeom xmlns:a="http://schemas.openxmlformats.org/drawingml/2006/main" prst="rect">
            <a:avLst/>
          </a:prstGeom>
        </p:spPr>
      </p:pic>
      <p:sp>
        <p:nvSpPr>
          <p:cNvPr id="8" name="Lampiran opsional: maks. 3 berkas, 2 MB per berkas, 5 MB tot">
            <a:extLst xmlns:a="http://schemas.openxmlformats.org/drawingml/2006/main">
              <a:ext uri="{FF2B5EF4-FFF2-40B4-BE49-F238E27FC236}">
                <a16:creationId xmlns:a16="http://schemas.microsoft.com/office/drawing/2014/main" id="{083E8BE6-AF42-416F-A1E4-37068AB0EF40}"/>
              </a:ext>
            </a:extLst>
          </p:cNvPr>
          <p:cNvSpPr>
            <a:spLocks xmlns:a="http://schemas.openxmlformats.org/drawingml/2006/main" noGrp="1"/>
          </p:cNvSpPr>
          <p:nvPr/>
        </p:nvSpPr>
        <p:spPr>
          <a:xfrm xmlns:a="http://schemas.openxmlformats.org/drawingml/2006/main">
            <a:off x="609600" y="58578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52665A"/>
                </a:solidFill>
                <a:latin typeface="Arial"/>
                <a:ea typeface="Arial"/>
                <a:cs typeface="Arial"/>
              </a:defRPr>
            </a:defPPr>
            <a:lvl1pPr algn="l">
              <a:defRPr sz="1725" b="0">
                <a:solidFill>
                  <a:srgbClr val="52665A"/>
                </a:solidFill>
                <a:latin typeface="Arial"/>
                <a:ea typeface="Arial"/>
                <a:cs typeface="Arial"/>
              </a:defRPr>
            </a:lvl1pPr>
            <a:lvl2pPr algn="l">
              <a:defRPr sz="1725" b="0">
                <a:solidFill>
                  <a:srgbClr val="52665A"/>
                </a:solidFill>
                <a:latin typeface="Arial"/>
                <a:ea typeface="Arial"/>
                <a:cs typeface="Arial"/>
              </a:defRPr>
            </a:lvl2pPr>
            <a:lvl3pPr algn="l">
              <a:defRPr sz="1725" b="0">
                <a:solidFill>
                  <a:srgbClr val="52665A"/>
                </a:solidFill>
                <a:latin typeface="Arial"/>
                <a:ea typeface="Arial"/>
                <a:cs typeface="Arial"/>
              </a:defRPr>
            </a:lvl3pPr>
            <a:lvl4pPr algn="l">
              <a:defRPr sz="1725" b="0">
                <a:solidFill>
                  <a:srgbClr val="52665A"/>
                </a:solidFill>
                <a:latin typeface="Arial"/>
                <a:ea typeface="Arial"/>
                <a:cs typeface="Arial"/>
              </a:defRPr>
            </a:lvl4pPr>
            <a:lvl5pPr algn="l">
              <a:defRPr sz="1725" b="0">
                <a:solidFill>
                  <a:srgbClr val="52665A"/>
                </a:solidFill>
                <a:latin typeface="Arial"/>
                <a:ea typeface="Arial"/>
                <a:cs typeface="Arial"/>
              </a:defRPr>
            </a:lvl5pPr>
            <a:lvl6pPr algn="l">
              <a:defRPr sz="1725" b="0">
                <a:solidFill>
                  <a:srgbClr val="52665A"/>
                </a:solidFill>
                <a:latin typeface="Arial"/>
                <a:ea typeface="Arial"/>
                <a:cs typeface="Arial"/>
              </a:defRPr>
            </a:lvl6pPr>
            <a:lvl7pPr algn="l">
              <a:defRPr sz="1725" b="0">
                <a:solidFill>
                  <a:srgbClr val="52665A"/>
                </a:solidFill>
                <a:latin typeface="Arial"/>
                <a:ea typeface="Arial"/>
                <a:cs typeface="Arial"/>
              </a:defRPr>
            </a:lvl7pPr>
            <a:lvl8pPr algn="l">
              <a:defRPr sz="1725" b="0">
                <a:solidFill>
                  <a:srgbClr val="52665A"/>
                </a:solidFill>
                <a:latin typeface="Arial"/>
                <a:ea typeface="Arial"/>
                <a:cs typeface="Arial"/>
              </a:defRPr>
            </a:lvl8pPr>
            <a:lvl9pPr algn="l">
              <a:defRPr sz="1725" b="0">
                <a:solidFill>
                  <a:srgbClr val="52665A"/>
                </a:solidFill>
                <a:latin typeface="Arial"/>
                <a:ea typeface="Arial"/>
                <a:cs typeface="Arial"/>
              </a:defRPr>
            </a:lvl9pPr>
          </a:lstStyle>
          <a:p xmlns:a="http://schemas.openxmlformats.org/drawingml/2006/main">
            <a:pPr algn="l">
              <a:defRPr sz="1725" b="0">
                <a:solidFill>
                  <a:srgbClr val="52665A"/>
                </a:solidFill>
                <a:latin typeface="Arial"/>
                <a:ea typeface="Arial"/>
                <a:cs typeface="Arial"/>
              </a:defRPr>
            </a:pPr>
            <a:r>
              <a:rPr sz="1725" b="0">
                <a:solidFill>
                  <a:srgbClr val="52665A"/>
                </a:solidFill>
                <a:latin typeface="Arial"/>
                <a:ea typeface="Arial"/>
                <a:cs typeface="Arial"/>
              </a:rPr>
              <a:t>Lampiran opsional: maks. 3 berkas, 2 MB per berkas, 5 MB total</a:t>
            </a:r>
          </a:p>
        </p:txBody>
      </p:sp>
    </p:spTree>
    <p:extLst>
      <p:ext uri="{BB962C8B-B14F-4D97-AF65-F5344CB8AC3E}">
        <p14:creationId xmlns:p14="http://schemas.microsoft.com/office/powerpoint/2010/main" val="16994150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Berita dan galeri">
            <a:extLst xmlns:a="http://schemas.openxmlformats.org/drawingml/2006/main">
              <a:ext uri="{FF2B5EF4-FFF2-40B4-BE49-F238E27FC236}">
                <a16:creationId xmlns:a16="http://schemas.microsoft.com/office/drawing/2014/main" id="{E9449A15-0873-4EB2-87A6-AF68575E4243}"/>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Berita dan galeri</a:t>
            </a:r>
          </a:p>
        </p:txBody>
      </p:sp>
      <p:sp>
        <p:nvSpPr>
          <p:cNvPr id="2" name="04 / 10">
            <a:extLst xmlns:a="http://schemas.openxmlformats.org/drawingml/2006/main">
              <a:ext uri="{FF2B5EF4-FFF2-40B4-BE49-F238E27FC236}">
                <a16:creationId xmlns:a16="http://schemas.microsoft.com/office/drawing/2014/main" id="{1899B871-627F-4F95-87E7-D28B02FFDFE7}"/>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04 / 10</a:t>
            </a:r>
          </a:p>
        </p:txBody>
      </p:sp>
      <p:sp>
        <p:nvSpPr>
          <p:cNvPr id="3" name="Berita">
            <a:extLst xmlns:a="http://schemas.openxmlformats.org/drawingml/2006/main">
              <a:ext uri="{FF2B5EF4-FFF2-40B4-BE49-F238E27FC236}">
                <a16:creationId xmlns:a16="http://schemas.microsoft.com/office/drawing/2014/main" id="{A2DC99C4-1E07-4A4B-A5C3-80A29B98E164}"/>
              </a:ext>
            </a:extLst>
          </p:cNvPr>
          <p:cNvSpPr>
            <a:spLocks xmlns:a="http://schemas.openxmlformats.org/drawingml/2006/main" noGrp="1"/>
          </p:cNvSpPr>
          <p:nvPr/>
        </p:nvSpPr>
        <p:spPr>
          <a:xfrm xmlns:a="http://schemas.openxmlformats.org/drawingml/2006/main">
            <a:off x="609600" y="180975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66534"/>
                </a:solidFill>
                <a:latin typeface="Arial"/>
                <a:ea typeface="Arial"/>
                <a:cs typeface="Arial"/>
              </a:defRPr>
            </a:defPPr>
            <a:lvl1pPr algn="l">
              <a:defRPr sz="2550" b="1">
                <a:solidFill>
                  <a:srgbClr val="166534"/>
                </a:solidFill>
                <a:latin typeface="Arial"/>
                <a:ea typeface="Arial"/>
                <a:cs typeface="Arial"/>
              </a:defRPr>
            </a:lvl1pPr>
            <a:lvl2pPr algn="l">
              <a:defRPr sz="2550" b="1">
                <a:solidFill>
                  <a:srgbClr val="166534"/>
                </a:solidFill>
                <a:latin typeface="Arial"/>
                <a:ea typeface="Arial"/>
                <a:cs typeface="Arial"/>
              </a:defRPr>
            </a:lvl2pPr>
            <a:lvl3pPr algn="l">
              <a:defRPr sz="2550" b="1">
                <a:solidFill>
                  <a:srgbClr val="166534"/>
                </a:solidFill>
                <a:latin typeface="Arial"/>
                <a:ea typeface="Arial"/>
                <a:cs typeface="Arial"/>
              </a:defRPr>
            </a:lvl3pPr>
            <a:lvl4pPr algn="l">
              <a:defRPr sz="2550" b="1">
                <a:solidFill>
                  <a:srgbClr val="166534"/>
                </a:solidFill>
                <a:latin typeface="Arial"/>
                <a:ea typeface="Arial"/>
                <a:cs typeface="Arial"/>
              </a:defRPr>
            </a:lvl4pPr>
            <a:lvl5pPr algn="l">
              <a:defRPr sz="2550" b="1">
                <a:solidFill>
                  <a:srgbClr val="166534"/>
                </a:solidFill>
                <a:latin typeface="Arial"/>
                <a:ea typeface="Arial"/>
                <a:cs typeface="Arial"/>
              </a:defRPr>
            </a:lvl5pPr>
            <a:lvl6pPr algn="l">
              <a:defRPr sz="2550" b="1">
                <a:solidFill>
                  <a:srgbClr val="166534"/>
                </a:solidFill>
                <a:latin typeface="Arial"/>
                <a:ea typeface="Arial"/>
                <a:cs typeface="Arial"/>
              </a:defRPr>
            </a:lvl6pPr>
            <a:lvl7pPr algn="l">
              <a:defRPr sz="2550" b="1">
                <a:solidFill>
                  <a:srgbClr val="166534"/>
                </a:solidFill>
                <a:latin typeface="Arial"/>
                <a:ea typeface="Arial"/>
                <a:cs typeface="Arial"/>
              </a:defRPr>
            </a:lvl7pPr>
            <a:lvl8pPr algn="l">
              <a:defRPr sz="2550" b="1">
                <a:solidFill>
                  <a:srgbClr val="166534"/>
                </a:solidFill>
                <a:latin typeface="Arial"/>
                <a:ea typeface="Arial"/>
                <a:cs typeface="Arial"/>
              </a:defRPr>
            </a:lvl8pPr>
            <a:lvl9pPr algn="l">
              <a:defRPr sz="2550" b="1">
                <a:solidFill>
                  <a:srgbClr val="166534"/>
                </a:solidFill>
                <a:latin typeface="Arial"/>
                <a:ea typeface="Arial"/>
                <a:cs typeface="Arial"/>
              </a:defRPr>
            </a:lvl9pPr>
          </a:lstStyle>
          <a:p xmlns:a="http://schemas.openxmlformats.org/drawingml/2006/main">
            <a:pPr algn="l">
              <a:defRPr sz="2550" b="1">
                <a:solidFill>
                  <a:srgbClr val="166534"/>
                </a:solidFill>
                <a:latin typeface="Arial"/>
                <a:ea typeface="Arial"/>
                <a:cs typeface="Arial"/>
              </a:defRPr>
            </a:pPr>
            <a:r>
              <a:rPr sz="2550" b="1">
                <a:solidFill>
                  <a:srgbClr val="166534"/>
                </a:solidFill>
                <a:latin typeface="Arial"/>
                <a:ea typeface="Arial"/>
                <a:cs typeface="Arial"/>
              </a:rPr>
              <a:t>Berita</a:t>
            </a:r>
          </a:p>
        </p:txBody>
      </p:sp>
      <p:sp>
        <p:nvSpPr>
          <p:cNvPr id="4" name="Pilih kategori, lalu buka artikel&#10;untuk membaca kabar lengka">
            <a:extLst xmlns:a="http://schemas.openxmlformats.org/drawingml/2006/main">
              <a:ext uri="{FF2B5EF4-FFF2-40B4-BE49-F238E27FC236}">
                <a16:creationId xmlns:a16="http://schemas.microsoft.com/office/drawing/2014/main" id="{041C8049-AEA0-4EF0-ADE3-AB6BE2AC6401}"/>
              </a:ext>
            </a:extLst>
          </p:cNvPr>
          <p:cNvSpPr>
            <a:spLocks xmlns:a="http://schemas.openxmlformats.org/drawingml/2006/main" noGrp="1"/>
          </p:cNvSpPr>
          <p:nvPr/>
        </p:nvSpPr>
        <p:spPr>
          <a:xfrm xmlns:a="http://schemas.openxmlformats.org/drawingml/2006/main">
            <a:off x="609600" y="2352675"/>
            <a:ext cx="4381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253E30"/>
                </a:solidFill>
                <a:latin typeface="Arial"/>
                <a:ea typeface="Arial"/>
                <a:cs typeface="Arial"/>
              </a:defRPr>
            </a:defPPr>
            <a:lvl1pPr algn="l">
              <a:defRPr sz="2175" b="0">
                <a:solidFill>
                  <a:srgbClr val="253E30"/>
                </a:solidFill>
                <a:latin typeface="Arial"/>
                <a:ea typeface="Arial"/>
                <a:cs typeface="Arial"/>
              </a:defRPr>
            </a:lvl1pPr>
            <a:lvl2pPr algn="l">
              <a:defRPr sz="2175" b="0">
                <a:solidFill>
                  <a:srgbClr val="253E30"/>
                </a:solidFill>
                <a:latin typeface="Arial"/>
                <a:ea typeface="Arial"/>
                <a:cs typeface="Arial"/>
              </a:defRPr>
            </a:lvl2pPr>
            <a:lvl3pPr algn="l">
              <a:defRPr sz="2175" b="0">
                <a:solidFill>
                  <a:srgbClr val="253E30"/>
                </a:solidFill>
                <a:latin typeface="Arial"/>
                <a:ea typeface="Arial"/>
                <a:cs typeface="Arial"/>
              </a:defRPr>
            </a:lvl3pPr>
            <a:lvl4pPr algn="l">
              <a:defRPr sz="2175" b="0">
                <a:solidFill>
                  <a:srgbClr val="253E30"/>
                </a:solidFill>
                <a:latin typeface="Arial"/>
                <a:ea typeface="Arial"/>
                <a:cs typeface="Arial"/>
              </a:defRPr>
            </a:lvl4pPr>
            <a:lvl5pPr algn="l">
              <a:defRPr sz="2175" b="0">
                <a:solidFill>
                  <a:srgbClr val="253E30"/>
                </a:solidFill>
                <a:latin typeface="Arial"/>
                <a:ea typeface="Arial"/>
                <a:cs typeface="Arial"/>
              </a:defRPr>
            </a:lvl5pPr>
            <a:lvl6pPr algn="l">
              <a:defRPr sz="2175" b="0">
                <a:solidFill>
                  <a:srgbClr val="253E30"/>
                </a:solidFill>
                <a:latin typeface="Arial"/>
                <a:ea typeface="Arial"/>
                <a:cs typeface="Arial"/>
              </a:defRPr>
            </a:lvl6pPr>
            <a:lvl7pPr algn="l">
              <a:defRPr sz="2175" b="0">
                <a:solidFill>
                  <a:srgbClr val="253E30"/>
                </a:solidFill>
                <a:latin typeface="Arial"/>
                <a:ea typeface="Arial"/>
                <a:cs typeface="Arial"/>
              </a:defRPr>
            </a:lvl7pPr>
            <a:lvl8pPr algn="l">
              <a:defRPr sz="2175" b="0">
                <a:solidFill>
                  <a:srgbClr val="253E30"/>
                </a:solidFill>
                <a:latin typeface="Arial"/>
                <a:ea typeface="Arial"/>
                <a:cs typeface="Arial"/>
              </a:defRPr>
            </a:lvl8pPr>
            <a:lvl9pPr algn="l">
              <a:defRPr sz="2175" b="0">
                <a:solidFill>
                  <a:srgbClr val="253E30"/>
                </a:solidFill>
                <a:latin typeface="Arial"/>
                <a:ea typeface="Arial"/>
                <a:cs typeface="Arial"/>
              </a:defRPr>
            </a:lvl9pPr>
          </a:lstStyle>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Pilih kategori, lalu buka artikel</a:t>
            </a:r>
          </a:p>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untuk membaca kabar lengkap.</a:t>
            </a:r>
          </a:p>
        </p:txBody>
      </p:sp>
      <p:sp>
        <p:nvSpPr>
          <p:cNvPr id="5" name="Galeri">
            <a:extLst xmlns:a="http://schemas.openxmlformats.org/drawingml/2006/main">
              <a:ext uri="{FF2B5EF4-FFF2-40B4-BE49-F238E27FC236}">
                <a16:creationId xmlns:a16="http://schemas.microsoft.com/office/drawing/2014/main" id="{BED88B99-9031-4C75-BA76-59236BFC6D55}"/>
              </a:ext>
            </a:extLst>
          </p:cNvPr>
          <p:cNvSpPr>
            <a:spLocks xmlns:a="http://schemas.openxmlformats.org/drawingml/2006/main" noGrp="1"/>
          </p:cNvSpPr>
          <p:nvPr/>
        </p:nvSpPr>
        <p:spPr>
          <a:xfrm xmlns:a="http://schemas.openxmlformats.org/drawingml/2006/main">
            <a:off x="609600" y="3962400"/>
            <a:ext cx="4000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1">
                <a:solidFill>
                  <a:srgbClr val="166534"/>
                </a:solidFill>
                <a:latin typeface="Arial"/>
                <a:ea typeface="Arial"/>
                <a:cs typeface="Arial"/>
              </a:defRPr>
            </a:defPPr>
            <a:lvl1pPr algn="l">
              <a:defRPr sz="2550" b="1">
                <a:solidFill>
                  <a:srgbClr val="166534"/>
                </a:solidFill>
                <a:latin typeface="Arial"/>
                <a:ea typeface="Arial"/>
                <a:cs typeface="Arial"/>
              </a:defRPr>
            </a:lvl1pPr>
            <a:lvl2pPr algn="l">
              <a:defRPr sz="2550" b="1">
                <a:solidFill>
                  <a:srgbClr val="166534"/>
                </a:solidFill>
                <a:latin typeface="Arial"/>
                <a:ea typeface="Arial"/>
                <a:cs typeface="Arial"/>
              </a:defRPr>
            </a:lvl2pPr>
            <a:lvl3pPr algn="l">
              <a:defRPr sz="2550" b="1">
                <a:solidFill>
                  <a:srgbClr val="166534"/>
                </a:solidFill>
                <a:latin typeface="Arial"/>
                <a:ea typeface="Arial"/>
                <a:cs typeface="Arial"/>
              </a:defRPr>
            </a:lvl3pPr>
            <a:lvl4pPr algn="l">
              <a:defRPr sz="2550" b="1">
                <a:solidFill>
                  <a:srgbClr val="166534"/>
                </a:solidFill>
                <a:latin typeface="Arial"/>
                <a:ea typeface="Arial"/>
                <a:cs typeface="Arial"/>
              </a:defRPr>
            </a:lvl4pPr>
            <a:lvl5pPr algn="l">
              <a:defRPr sz="2550" b="1">
                <a:solidFill>
                  <a:srgbClr val="166534"/>
                </a:solidFill>
                <a:latin typeface="Arial"/>
                <a:ea typeface="Arial"/>
                <a:cs typeface="Arial"/>
              </a:defRPr>
            </a:lvl5pPr>
            <a:lvl6pPr algn="l">
              <a:defRPr sz="2550" b="1">
                <a:solidFill>
                  <a:srgbClr val="166534"/>
                </a:solidFill>
                <a:latin typeface="Arial"/>
                <a:ea typeface="Arial"/>
                <a:cs typeface="Arial"/>
              </a:defRPr>
            </a:lvl6pPr>
            <a:lvl7pPr algn="l">
              <a:defRPr sz="2550" b="1">
                <a:solidFill>
                  <a:srgbClr val="166534"/>
                </a:solidFill>
                <a:latin typeface="Arial"/>
                <a:ea typeface="Arial"/>
                <a:cs typeface="Arial"/>
              </a:defRPr>
            </a:lvl7pPr>
            <a:lvl8pPr algn="l">
              <a:defRPr sz="2550" b="1">
                <a:solidFill>
                  <a:srgbClr val="166534"/>
                </a:solidFill>
                <a:latin typeface="Arial"/>
                <a:ea typeface="Arial"/>
                <a:cs typeface="Arial"/>
              </a:defRPr>
            </a:lvl8pPr>
            <a:lvl9pPr algn="l">
              <a:defRPr sz="2550" b="1">
                <a:solidFill>
                  <a:srgbClr val="166534"/>
                </a:solidFill>
                <a:latin typeface="Arial"/>
                <a:ea typeface="Arial"/>
                <a:cs typeface="Arial"/>
              </a:defRPr>
            </a:lvl9pPr>
          </a:lstStyle>
          <a:p xmlns:a="http://schemas.openxmlformats.org/drawingml/2006/main">
            <a:pPr algn="l">
              <a:defRPr sz="2550" b="1">
                <a:solidFill>
                  <a:srgbClr val="166534"/>
                </a:solidFill>
                <a:latin typeface="Arial"/>
                <a:ea typeface="Arial"/>
                <a:cs typeface="Arial"/>
              </a:defRPr>
            </a:pPr>
            <a:r>
              <a:rPr sz="2550" b="1">
                <a:solidFill>
                  <a:srgbClr val="166534"/>
                </a:solidFill>
                <a:latin typeface="Arial"/>
                <a:ea typeface="Arial"/>
                <a:cs typeface="Arial"/>
              </a:rPr>
              <a:t>Galeri</a:t>
            </a:r>
          </a:p>
        </p:txBody>
      </p:sp>
      <p:sp>
        <p:nvSpPr>
          <p:cNvPr id="6" name="Klik foto untuk memperbesar.&#10;Putar video kegiatan dari YouTu">
            <a:extLst xmlns:a="http://schemas.openxmlformats.org/drawingml/2006/main">
              <a:ext uri="{FF2B5EF4-FFF2-40B4-BE49-F238E27FC236}">
                <a16:creationId xmlns:a16="http://schemas.microsoft.com/office/drawing/2014/main" id="{97117AA1-1832-4DCF-8A33-3FE57EDE31C8}"/>
              </a:ext>
            </a:extLst>
          </p:cNvPr>
          <p:cNvSpPr>
            <a:spLocks xmlns:a="http://schemas.openxmlformats.org/drawingml/2006/main" noGrp="1"/>
          </p:cNvSpPr>
          <p:nvPr/>
        </p:nvSpPr>
        <p:spPr>
          <a:xfrm xmlns:a="http://schemas.openxmlformats.org/drawingml/2006/main">
            <a:off x="609600" y="4524375"/>
            <a:ext cx="4381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253E30"/>
                </a:solidFill>
                <a:latin typeface="Arial"/>
                <a:ea typeface="Arial"/>
                <a:cs typeface="Arial"/>
              </a:defRPr>
            </a:defPPr>
            <a:lvl1pPr algn="l">
              <a:defRPr sz="2175" b="0">
                <a:solidFill>
                  <a:srgbClr val="253E30"/>
                </a:solidFill>
                <a:latin typeface="Arial"/>
                <a:ea typeface="Arial"/>
                <a:cs typeface="Arial"/>
              </a:defRPr>
            </a:lvl1pPr>
            <a:lvl2pPr algn="l">
              <a:defRPr sz="2175" b="0">
                <a:solidFill>
                  <a:srgbClr val="253E30"/>
                </a:solidFill>
                <a:latin typeface="Arial"/>
                <a:ea typeface="Arial"/>
                <a:cs typeface="Arial"/>
              </a:defRPr>
            </a:lvl2pPr>
            <a:lvl3pPr algn="l">
              <a:defRPr sz="2175" b="0">
                <a:solidFill>
                  <a:srgbClr val="253E30"/>
                </a:solidFill>
                <a:latin typeface="Arial"/>
                <a:ea typeface="Arial"/>
                <a:cs typeface="Arial"/>
              </a:defRPr>
            </a:lvl3pPr>
            <a:lvl4pPr algn="l">
              <a:defRPr sz="2175" b="0">
                <a:solidFill>
                  <a:srgbClr val="253E30"/>
                </a:solidFill>
                <a:latin typeface="Arial"/>
                <a:ea typeface="Arial"/>
                <a:cs typeface="Arial"/>
              </a:defRPr>
            </a:lvl4pPr>
            <a:lvl5pPr algn="l">
              <a:defRPr sz="2175" b="0">
                <a:solidFill>
                  <a:srgbClr val="253E30"/>
                </a:solidFill>
                <a:latin typeface="Arial"/>
                <a:ea typeface="Arial"/>
                <a:cs typeface="Arial"/>
              </a:defRPr>
            </a:lvl5pPr>
            <a:lvl6pPr algn="l">
              <a:defRPr sz="2175" b="0">
                <a:solidFill>
                  <a:srgbClr val="253E30"/>
                </a:solidFill>
                <a:latin typeface="Arial"/>
                <a:ea typeface="Arial"/>
                <a:cs typeface="Arial"/>
              </a:defRPr>
            </a:lvl6pPr>
            <a:lvl7pPr algn="l">
              <a:defRPr sz="2175" b="0">
                <a:solidFill>
                  <a:srgbClr val="253E30"/>
                </a:solidFill>
                <a:latin typeface="Arial"/>
                <a:ea typeface="Arial"/>
                <a:cs typeface="Arial"/>
              </a:defRPr>
            </a:lvl7pPr>
            <a:lvl8pPr algn="l">
              <a:defRPr sz="2175" b="0">
                <a:solidFill>
                  <a:srgbClr val="253E30"/>
                </a:solidFill>
                <a:latin typeface="Arial"/>
                <a:ea typeface="Arial"/>
                <a:cs typeface="Arial"/>
              </a:defRPr>
            </a:lvl8pPr>
            <a:lvl9pPr algn="l">
              <a:defRPr sz="2175" b="0">
                <a:solidFill>
                  <a:srgbClr val="253E30"/>
                </a:solidFill>
                <a:latin typeface="Arial"/>
                <a:ea typeface="Arial"/>
                <a:cs typeface="Arial"/>
              </a:defRPr>
            </a:lvl9pPr>
          </a:lstStyle>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Klik foto untuk memperbesar.</a:t>
            </a:r>
          </a:p>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Putar video kegiatan dari YouTube.</a:t>
            </a:r>
          </a:p>
        </p:txBody>
      </p:sp>
      <p:pic>
        <p:nvPicPr>
          <p:cNvPr id="7" name="">
            <a:extLst xmlns:a="http://schemas.openxmlformats.org/drawingml/2006/main">
              <a:ext uri="{FF2B5EF4-FFF2-40B4-BE49-F238E27FC236}">
                <a16:creationId xmlns:a16="http://schemas.microsoft.com/office/drawing/2014/main" id="{43180DCC-0E38-4305-877A-352052377D09}"/>
              </a:ext>
            </a:extLst>
          </p:cNvPr>
          <p:cNvPicPr>
            <a:picLocks xmlns:a="http://schemas.openxmlformats.org/drawingml/2006/main" noChangeAspect="1"/>
          </p:cNvPicPr>
          <p:nvPr/>
        </p:nvPicPr>
        <p:blipFill>
          <a:blip xmlns:r="http://schemas.openxmlformats.org/officeDocument/2006/relationships" xmlns:a="http://schemas.openxmlformats.org/drawingml/2006/main" r:embed="R7e3952d784a24ebe"/>
          <a:srcRect xmlns:a="http://schemas.openxmlformats.org/drawingml/2006/main" l="19271" t="39729" r="19792" b="7364"/>
          <a:stretch xmlns:a="http://schemas.openxmlformats.org/drawingml/2006/main"/>
        </p:blipFill>
        <p:spPr>
          <a:xfrm xmlns:a="http://schemas.openxmlformats.org/drawingml/2006/main">
            <a:off x="5238750" y="2190750"/>
            <a:ext cx="6334125" cy="2955925"/>
          </a:xfrm>
          <a:prstGeom xmlns:a="http://schemas.openxmlformats.org/drawingml/2006/main" prst="rect">
            <a:avLst/>
          </a:prstGeom>
        </p:spPr>
      </p:pic>
    </p:spTree>
    <p:extLst>
      <p:ext uri="{BB962C8B-B14F-4D97-AF65-F5344CB8AC3E}">
        <p14:creationId xmlns:p14="http://schemas.microsoft.com/office/powerpoint/2010/main" val="10048933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onasi dan kontak">
            <a:extLst xmlns:a="http://schemas.openxmlformats.org/drawingml/2006/main">
              <a:ext uri="{FF2B5EF4-FFF2-40B4-BE49-F238E27FC236}">
                <a16:creationId xmlns:a16="http://schemas.microsoft.com/office/drawing/2014/main" id="{5B274BF6-BEAF-4D17-BECD-39A7FAD66697}"/>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Donasi dan kontak</a:t>
            </a:r>
          </a:p>
        </p:txBody>
      </p:sp>
      <p:sp>
        <p:nvSpPr>
          <p:cNvPr id="2" name="05 / 10">
            <a:extLst xmlns:a="http://schemas.openxmlformats.org/drawingml/2006/main">
              <a:ext uri="{FF2B5EF4-FFF2-40B4-BE49-F238E27FC236}">
                <a16:creationId xmlns:a16="http://schemas.microsoft.com/office/drawing/2014/main" id="{CC2B66DB-4EAD-4956-AABA-7A9B6AC45BAF}"/>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05 / 10</a:t>
            </a:r>
          </a:p>
        </p:txBody>
      </p:sp>
      <p:sp>
        <p:nvSpPr>
          <p:cNvPr id="3" name="Donasi">
            <a:extLst xmlns:a="http://schemas.openxmlformats.org/drawingml/2006/main">
              <a:ext uri="{FF2B5EF4-FFF2-40B4-BE49-F238E27FC236}">
                <a16:creationId xmlns:a16="http://schemas.microsoft.com/office/drawing/2014/main" id="{5CA082DC-6146-47CF-AF39-60E56683BF0B}"/>
              </a:ext>
            </a:extLst>
          </p:cNvPr>
          <p:cNvSpPr>
            <a:spLocks xmlns:a="http://schemas.openxmlformats.org/drawingml/2006/main" noGrp="1"/>
          </p:cNvSpPr>
          <p:nvPr/>
        </p:nvSpPr>
        <p:spPr>
          <a:xfrm xmlns:a="http://schemas.openxmlformats.org/drawingml/2006/main">
            <a:off x="609600" y="1809750"/>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Donasi</a:t>
            </a:r>
          </a:p>
        </p:txBody>
      </p:sp>
      <p:sp>
        <p:nvSpPr>
          <p:cNvPr id="4" name="Pilih program dan metode bayar.&#10;Setelah membayar, kirim konf">
            <a:extLst xmlns:a="http://schemas.openxmlformats.org/drawingml/2006/main">
              <a:ext uri="{FF2B5EF4-FFF2-40B4-BE49-F238E27FC236}">
                <a16:creationId xmlns:a16="http://schemas.microsoft.com/office/drawing/2014/main" id="{61EFBB97-4B07-415E-B35F-E78F4BFC9DC9}"/>
              </a:ext>
            </a:extLst>
          </p:cNvPr>
          <p:cNvSpPr>
            <a:spLocks xmlns:a="http://schemas.openxmlformats.org/drawingml/2006/main" noGrp="1"/>
          </p:cNvSpPr>
          <p:nvPr/>
        </p:nvSpPr>
        <p:spPr>
          <a:xfrm xmlns:a="http://schemas.openxmlformats.org/drawingml/2006/main">
            <a:off x="609600" y="2266950"/>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253E30"/>
                </a:solidFill>
                <a:latin typeface="Arial"/>
                <a:ea typeface="Arial"/>
                <a:cs typeface="Arial"/>
              </a:defRPr>
            </a:defPPr>
            <a:lvl1pPr algn="l">
              <a:defRPr sz="2025" b="0">
                <a:solidFill>
                  <a:srgbClr val="253E30"/>
                </a:solidFill>
                <a:latin typeface="Arial"/>
                <a:ea typeface="Arial"/>
                <a:cs typeface="Arial"/>
              </a:defRPr>
            </a:lvl1pPr>
            <a:lvl2pPr algn="l">
              <a:defRPr sz="2025" b="0">
                <a:solidFill>
                  <a:srgbClr val="253E30"/>
                </a:solidFill>
                <a:latin typeface="Arial"/>
                <a:ea typeface="Arial"/>
                <a:cs typeface="Arial"/>
              </a:defRPr>
            </a:lvl2pPr>
            <a:lvl3pPr algn="l">
              <a:defRPr sz="2025" b="0">
                <a:solidFill>
                  <a:srgbClr val="253E30"/>
                </a:solidFill>
                <a:latin typeface="Arial"/>
                <a:ea typeface="Arial"/>
                <a:cs typeface="Arial"/>
              </a:defRPr>
            </a:lvl3pPr>
            <a:lvl4pPr algn="l">
              <a:defRPr sz="2025" b="0">
                <a:solidFill>
                  <a:srgbClr val="253E30"/>
                </a:solidFill>
                <a:latin typeface="Arial"/>
                <a:ea typeface="Arial"/>
                <a:cs typeface="Arial"/>
              </a:defRPr>
            </a:lvl4pPr>
            <a:lvl5pPr algn="l">
              <a:defRPr sz="2025" b="0">
                <a:solidFill>
                  <a:srgbClr val="253E30"/>
                </a:solidFill>
                <a:latin typeface="Arial"/>
                <a:ea typeface="Arial"/>
                <a:cs typeface="Arial"/>
              </a:defRPr>
            </a:lvl5pPr>
            <a:lvl6pPr algn="l">
              <a:defRPr sz="2025" b="0">
                <a:solidFill>
                  <a:srgbClr val="253E30"/>
                </a:solidFill>
                <a:latin typeface="Arial"/>
                <a:ea typeface="Arial"/>
                <a:cs typeface="Arial"/>
              </a:defRPr>
            </a:lvl6pPr>
            <a:lvl7pPr algn="l">
              <a:defRPr sz="2025" b="0">
                <a:solidFill>
                  <a:srgbClr val="253E30"/>
                </a:solidFill>
                <a:latin typeface="Arial"/>
                <a:ea typeface="Arial"/>
                <a:cs typeface="Arial"/>
              </a:defRPr>
            </a:lvl7pPr>
            <a:lvl8pPr algn="l">
              <a:defRPr sz="2025" b="0">
                <a:solidFill>
                  <a:srgbClr val="253E30"/>
                </a:solidFill>
                <a:latin typeface="Arial"/>
                <a:ea typeface="Arial"/>
                <a:cs typeface="Arial"/>
              </a:defRPr>
            </a:lvl8pPr>
            <a:lvl9pPr algn="l">
              <a:defRPr sz="2025" b="0">
                <a:solidFill>
                  <a:srgbClr val="253E30"/>
                </a:solidFill>
                <a:latin typeface="Arial"/>
                <a:ea typeface="Arial"/>
                <a:cs typeface="Arial"/>
              </a:defRPr>
            </a:lvl9pPr>
          </a:lstStyle>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Pilih program dan metode bayar.</a:t>
            </a:r>
          </a:p>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Setelah membayar, kirim konfirmasi</a:t>
            </a:r>
          </a:p>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beserta bukti jika ada.</a:t>
            </a:r>
          </a:p>
        </p:txBody>
      </p:sp>
      <p:sp>
        <p:nvSpPr>
          <p:cNvPr id="5" name="Konfirmasi tetap diperiksa pengurus">
            <a:extLst xmlns:a="http://schemas.openxmlformats.org/drawingml/2006/main">
              <a:ext uri="{FF2B5EF4-FFF2-40B4-BE49-F238E27FC236}">
                <a16:creationId xmlns:a16="http://schemas.microsoft.com/office/drawing/2014/main" id="{35A0EDE1-C4BB-4194-84F8-B2DED4FC62D3}"/>
              </a:ext>
            </a:extLst>
          </p:cNvPr>
          <p:cNvSpPr>
            <a:spLocks xmlns:a="http://schemas.openxmlformats.org/drawingml/2006/main" noGrp="1"/>
          </p:cNvSpPr>
          <p:nvPr/>
        </p:nvSpPr>
        <p:spPr>
          <a:xfrm xmlns:a="http://schemas.openxmlformats.org/drawingml/2006/main">
            <a:off x="609600" y="3667125"/>
            <a:ext cx="647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1">
                <a:solidFill>
                  <a:srgbClr val="166534"/>
                </a:solidFill>
                <a:latin typeface="Arial"/>
                <a:ea typeface="Arial"/>
                <a:cs typeface="Arial"/>
              </a:defRPr>
            </a:defPPr>
            <a:lvl1pPr algn="l">
              <a:defRPr sz="2025" b="1">
                <a:solidFill>
                  <a:srgbClr val="166534"/>
                </a:solidFill>
                <a:latin typeface="Arial"/>
                <a:ea typeface="Arial"/>
                <a:cs typeface="Arial"/>
              </a:defRPr>
            </a:lvl1pPr>
            <a:lvl2pPr algn="l">
              <a:defRPr sz="2025" b="1">
                <a:solidFill>
                  <a:srgbClr val="166534"/>
                </a:solidFill>
                <a:latin typeface="Arial"/>
                <a:ea typeface="Arial"/>
                <a:cs typeface="Arial"/>
              </a:defRPr>
            </a:lvl2pPr>
            <a:lvl3pPr algn="l">
              <a:defRPr sz="2025" b="1">
                <a:solidFill>
                  <a:srgbClr val="166534"/>
                </a:solidFill>
                <a:latin typeface="Arial"/>
                <a:ea typeface="Arial"/>
                <a:cs typeface="Arial"/>
              </a:defRPr>
            </a:lvl3pPr>
            <a:lvl4pPr algn="l">
              <a:defRPr sz="2025" b="1">
                <a:solidFill>
                  <a:srgbClr val="166534"/>
                </a:solidFill>
                <a:latin typeface="Arial"/>
                <a:ea typeface="Arial"/>
                <a:cs typeface="Arial"/>
              </a:defRPr>
            </a:lvl4pPr>
            <a:lvl5pPr algn="l">
              <a:defRPr sz="2025" b="1">
                <a:solidFill>
                  <a:srgbClr val="166534"/>
                </a:solidFill>
                <a:latin typeface="Arial"/>
                <a:ea typeface="Arial"/>
                <a:cs typeface="Arial"/>
              </a:defRPr>
            </a:lvl5pPr>
            <a:lvl6pPr algn="l">
              <a:defRPr sz="2025" b="1">
                <a:solidFill>
                  <a:srgbClr val="166534"/>
                </a:solidFill>
                <a:latin typeface="Arial"/>
                <a:ea typeface="Arial"/>
                <a:cs typeface="Arial"/>
              </a:defRPr>
            </a:lvl6pPr>
            <a:lvl7pPr algn="l">
              <a:defRPr sz="2025" b="1">
                <a:solidFill>
                  <a:srgbClr val="166534"/>
                </a:solidFill>
                <a:latin typeface="Arial"/>
                <a:ea typeface="Arial"/>
                <a:cs typeface="Arial"/>
              </a:defRPr>
            </a:lvl7pPr>
            <a:lvl8pPr algn="l">
              <a:defRPr sz="2025" b="1">
                <a:solidFill>
                  <a:srgbClr val="166534"/>
                </a:solidFill>
                <a:latin typeface="Arial"/>
                <a:ea typeface="Arial"/>
                <a:cs typeface="Arial"/>
              </a:defRPr>
            </a:lvl8pPr>
            <a:lvl9pPr algn="l">
              <a:defRPr sz="2025" b="1">
                <a:solidFill>
                  <a:srgbClr val="166534"/>
                </a:solidFill>
                <a:latin typeface="Arial"/>
                <a:ea typeface="Arial"/>
                <a:cs typeface="Arial"/>
              </a:defRPr>
            </a:lvl9pPr>
          </a:lstStyle>
          <a:p xmlns:a="http://schemas.openxmlformats.org/drawingml/2006/main">
            <a:pPr algn="l">
              <a:defRPr sz="2025" b="1">
                <a:solidFill>
                  <a:srgbClr val="166534"/>
                </a:solidFill>
                <a:latin typeface="Arial"/>
                <a:ea typeface="Arial"/>
                <a:cs typeface="Arial"/>
              </a:defRPr>
            </a:pPr>
            <a:r>
              <a:rPr sz="2025" b="1">
                <a:solidFill>
                  <a:srgbClr val="166534"/>
                </a:solidFill>
                <a:latin typeface="Arial"/>
                <a:ea typeface="Arial"/>
                <a:cs typeface="Arial"/>
              </a:rPr>
              <a:t>Konfirmasi tetap diperiksa pengurus</a:t>
            </a:r>
          </a:p>
        </p:txBody>
      </p:sp>
      <p:sp>
        <p:nvSpPr>
          <p:cNvPr id="6" name="Kontak">
            <a:extLst xmlns:a="http://schemas.openxmlformats.org/drawingml/2006/main">
              <a:ext uri="{FF2B5EF4-FFF2-40B4-BE49-F238E27FC236}">
                <a16:creationId xmlns:a16="http://schemas.microsoft.com/office/drawing/2014/main" id="{262E0F0E-D913-42B3-9189-AA4AC541D424}"/>
              </a:ext>
            </a:extLst>
          </p:cNvPr>
          <p:cNvSpPr>
            <a:spLocks xmlns:a="http://schemas.openxmlformats.org/drawingml/2006/main" noGrp="1"/>
          </p:cNvSpPr>
          <p:nvPr/>
        </p:nvSpPr>
        <p:spPr>
          <a:xfrm xmlns:a="http://schemas.openxmlformats.org/drawingml/2006/main">
            <a:off x="609600" y="4552950"/>
            <a:ext cx="6477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Kontak</a:t>
            </a:r>
          </a:p>
        </p:txBody>
      </p:sp>
      <p:sp>
        <p:nvSpPr>
          <p:cNvPr id="7" name="Gunakan telepon, WhatsApp, email,&#10;formulir pesan, atau peta ">
            <a:extLst xmlns:a="http://schemas.openxmlformats.org/drawingml/2006/main">
              <a:ext uri="{FF2B5EF4-FFF2-40B4-BE49-F238E27FC236}">
                <a16:creationId xmlns:a16="http://schemas.microsoft.com/office/drawing/2014/main" id="{5D71A046-FE9F-4025-AA64-26D8F3C22765}"/>
              </a:ext>
            </a:extLst>
          </p:cNvPr>
          <p:cNvSpPr>
            <a:spLocks xmlns:a="http://schemas.openxmlformats.org/drawingml/2006/main" noGrp="1"/>
          </p:cNvSpPr>
          <p:nvPr/>
        </p:nvSpPr>
        <p:spPr>
          <a:xfrm xmlns:a="http://schemas.openxmlformats.org/drawingml/2006/main">
            <a:off x="609600" y="5010150"/>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253E30"/>
                </a:solidFill>
                <a:latin typeface="Arial"/>
                <a:ea typeface="Arial"/>
                <a:cs typeface="Arial"/>
              </a:defRPr>
            </a:defPPr>
            <a:lvl1pPr algn="l">
              <a:defRPr sz="2025" b="0">
                <a:solidFill>
                  <a:srgbClr val="253E30"/>
                </a:solidFill>
                <a:latin typeface="Arial"/>
                <a:ea typeface="Arial"/>
                <a:cs typeface="Arial"/>
              </a:defRPr>
            </a:lvl1pPr>
            <a:lvl2pPr algn="l">
              <a:defRPr sz="2025" b="0">
                <a:solidFill>
                  <a:srgbClr val="253E30"/>
                </a:solidFill>
                <a:latin typeface="Arial"/>
                <a:ea typeface="Arial"/>
                <a:cs typeface="Arial"/>
              </a:defRPr>
            </a:lvl2pPr>
            <a:lvl3pPr algn="l">
              <a:defRPr sz="2025" b="0">
                <a:solidFill>
                  <a:srgbClr val="253E30"/>
                </a:solidFill>
                <a:latin typeface="Arial"/>
                <a:ea typeface="Arial"/>
                <a:cs typeface="Arial"/>
              </a:defRPr>
            </a:lvl3pPr>
            <a:lvl4pPr algn="l">
              <a:defRPr sz="2025" b="0">
                <a:solidFill>
                  <a:srgbClr val="253E30"/>
                </a:solidFill>
                <a:latin typeface="Arial"/>
                <a:ea typeface="Arial"/>
                <a:cs typeface="Arial"/>
              </a:defRPr>
            </a:lvl4pPr>
            <a:lvl5pPr algn="l">
              <a:defRPr sz="2025" b="0">
                <a:solidFill>
                  <a:srgbClr val="253E30"/>
                </a:solidFill>
                <a:latin typeface="Arial"/>
                <a:ea typeface="Arial"/>
                <a:cs typeface="Arial"/>
              </a:defRPr>
            </a:lvl5pPr>
            <a:lvl6pPr algn="l">
              <a:defRPr sz="2025" b="0">
                <a:solidFill>
                  <a:srgbClr val="253E30"/>
                </a:solidFill>
                <a:latin typeface="Arial"/>
                <a:ea typeface="Arial"/>
                <a:cs typeface="Arial"/>
              </a:defRPr>
            </a:lvl6pPr>
            <a:lvl7pPr algn="l">
              <a:defRPr sz="2025" b="0">
                <a:solidFill>
                  <a:srgbClr val="253E30"/>
                </a:solidFill>
                <a:latin typeface="Arial"/>
                <a:ea typeface="Arial"/>
                <a:cs typeface="Arial"/>
              </a:defRPr>
            </a:lvl7pPr>
            <a:lvl8pPr algn="l">
              <a:defRPr sz="2025" b="0">
                <a:solidFill>
                  <a:srgbClr val="253E30"/>
                </a:solidFill>
                <a:latin typeface="Arial"/>
                <a:ea typeface="Arial"/>
                <a:cs typeface="Arial"/>
              </a:defRPr>
            </a:lvl8pPr>
            <a:lvl9pPr algn="l">
              <a:defRPr sz="2025" b="0">
                <a:solidFill>
                  <a:srgbClr val="253E30"/>
                </a:solidFill>
                <a:latin typeface="Arial"/>
                <a:ea typeface="Arial"/>
                <a:cs typeface="Arial"/>
              </a:defRPr>
            </a:lvl9pPr>
          </a:lstStyle>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Gunakan telepon, WhatsApp, email,</a:t>
            </a:r>
          </a:p>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formulir pesan, atau peta lokasi.</a:t>
            </a:r>
          </a:p>
        </p:txBody>
      </p:sp>
      <p:pic>
        <p:nvPicPr>
          <p:cNvPr id="8" name="">
            <a:extLst xmlns:a="http://schemas.openxmlformats.org/drawingml/2006/main">
              <a:ext uri="{FF2B5EF4-FFF2-40B4-BE49-F238E27FC236}">
                <a16:creationId xmlns:a16="http://schemas.microsoft.com/office/drawing/2014/main" id="{D25A181B-5C93-4359-B1EA-16BB07A57645}"/>
              </a:ext>
            </a:extLst>
          </p:cNvPr>
          <p:cNvPicPr>
            <a:picLocks xmlns:a="http://schemas.openxmlformats.org/drawingml/2006/main" noChangeAspect="1"/>
          </p:cNvPicPr>
          <p:nvPr/>
        </p:nvPicPr>
        <p:blipFill>
          <a:blip xmlns:r="http://schemas.openxmlformats.org/officeDocument/2006/relationships" xmlns:a="http://schemas.openxmlformats.org/drawingml/2006/main" r:embed="R980601121594463c"/>
          <a:srcRect xmlns:a="http://schemas.openxmlformats.org/drawingml/2006/main" l="33594" t="15504" r="34375" b="10271"/>
          <a:stretch xmlns:a="http://schemas.openxmlformats.org/drawingml/2006/main"/>
        </p:blipFill>
        <p:spPr>
          <a:xfrm xmlns:a="http://schemas.openxmlformats.org/drawingml/2006/main">
            <a:off x="8096250" y="1581150"/>
            <a:ext cx="3441310" cy="4286250"/>
          </a:xfrm>
          <a:prstGeom xmlns:a="http://schemas.openxmlformats.org/drawingml/2006/main" prst="rect">
            <a:avLst/>
          </a:prstGeom>
        </p:spPr>
      </p:pic>
    </p:spTree>
    <p:extLst>
      <p:ext uri="{BB962C8B-B14F-4D97-AF65-F5344CB8AC3E}">
        <p14:creationId xmlns:p14="http://schemas.microsoft.com/office/powerpoint/2010/main" val="1559907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kses pengunjung dan pengurus">
            <a:extLst xmlns:a="http://schemas.openxmlformats.org/drawingml/2006/main">
              <a:ext uri="{FF2B5EF4-FFF2-40B4-BE49-F238E27FC236}">
                <a16:creationId xmlns:a16="http://schemas.microsoft.com/office/drawing/2014/main" id="{4808E906-F02B-4B50-A805-D9EAE609C56C}"/>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Akses pengunjung dan pengurus</a:t>
            </a:r>
          </a:p>
        </p:txBody>
      </p:sp>
      <p:sp>
        <p:nvSpPr>
          <p:cNvPr id="2" name="06 / 10">
            <a:extLst xmlns:a="http://schemas.openxmlformats.org/drawingml/2006/main">
              <a:ext uri="{FF2B5EF4-FFF2-40B4-BE49-F238E27FC236}">
                <a16:creationId xmlns:a16="http://schemas.microsoft.com/office/drawing/2014/main" id="{8E946500-4DC5-42DB-A531-B87618800FCF}"/>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06 / 10</a:t>
            </a:r>
          </a:p>
        </p:txBody>
      </p:sp>
      <p:sp>
        <p:nvSpPr>
          <p:cNvPr id="3" name="Pengunjung">
            <a:extLst xmlns:a="http://schemas.openxmlformats.org/drawingml/2006/main">
              <a:ext uri="{FF2B5EF4-FFF2-40B4-BE49-F238E27FC236}">
                <a16:creationId xmlns:a16="http://schemas.microsoft.com/office/drawing/2014/main" id="{79E97ED8-B868-46EA-905C-55A8A8CC9149}"/>
              </a:ext>
            </a:extLst>
          </p:cNvPr>
          <p:cNvSpPr>
            <a:spLocks xmlns:a="http://schemas.openxmlformats.org/drawingml/2006/main" noGrp="1"/>
          </p:cNvSpPr>
          <p:nvPr/>
        </p:nvSpPr>
        <p:spPr>
          <a:xfrm xmlns:a="http://schemas.openxmlformats.org/drawingml/2006/main">
            <a:off x="609600" y="1752600"/>
            <a:ext cx="628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Pengunjung</a:t>
            </a:r>
          </a:p>
        </p:txBody>
      </p:sp>
      <p:sp>
        <p:nvSpPr>
          <p:cNvPr id="4" name="Baca informasi dan gunakan formulir.">
            <a:extLst xmlns:a="http://schemas.openxmlformats.org/drawingml/2006/main">
              <a:ext uri="{FF2B5EF4-FFF2-40B4-BE49-F238E27FC236}">
                <a16:creationId xmlns:a16="http://schemas.microsoft.com/office/drawing/2014/main" id="{3ED2E9CA-B201-4815-94FD-75386DEAEF92}"/>
              </a:ext>
            </a:extLst>
          </p:cNvPr>
          <p:cNvSpPr>
            <a:spLocks xmlns:a="http://schemas.openxmlformats.org/drawingml/2006/main" noGrp="1"/>
          </p:cNvSpPr>
          <p:nvPr/>
        </p:nvSpPr>
        <p:spPr>
          <a:xfrm xmlns:a="http://schemas.openxmlformats.org/drawingml/2006/main">
            <a:off x="609600" y="2209800"/>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253E30"/>
                </a:solidFill>
                <a:latin typeface="Arial"/>
                <a:ea typeface="Arial"/>
                <a:cs typeface="Arial"/>
              </a:defRPr>
            </a:defPPr>
            <a:lvl1pPr algn="l">
              <a:defRPr sz="2025" b="0">
                <a:solidFill>
                  <a:srgbClr val="253E30"/>
                </a:solidFill>
                <a:latin typeface="Arial"/>
                <a:ea typeface="Arial"/>
                <a:cs typeface="Arial"/>
              </a:defRPr>
            </a:lvl1pPr>
            <a:lvl2pPr algn="l">
              <a:defRPr sz="2025" b="0">
                <a:solidFill>
                  <a:srgbClr val="253E30"/>
                </a:solidFill>
                <a:latin typeface="Arial"/>
                <a:ea typeface="Arial"/>
                <a:cs typeface="Arial"/>
              </a:defRPr>
            </a:lvl2pPr>
            <a:lvl3pPr algn="l">
              <a:defRPr sz="2025" b="0">
                <a:solidFill>
                  <a:srgbClr val="253E30"/>
                </a:solidFill>
                <a:latin typeface="Arial"/>
                <a:ea typeface="Arial"/>
                <a:cs typeface="Arial"/>
              </a:defRPr>
            </a:lvl3pPr>
            <a:lvl4pPr algn="l">
              <a:defRPr sz="2025" b="0">
                <a:solidFill>
                  <a:srgbClr val="253E30"/>
                </a:solidFill>
                <a:latin typeface="Arial"/>
                <a:ea typeface="Arial"/>
                <a:cs typeface="Arial"/>
              </a:defRPr>
            </a:lvl4pPr>
            <a:lvl5pPr algn="l">
              <a:defRPr sz="2025" b="0">
                <a:solidFill>
                  <a:srgbClr val="253E30"/>
                </a:solidFill>
                <a:latin typeface="Arial"/>
                <a:ea typeface="Arial"/>
                <a:cs typeface="Arial"/>
              </a:defRPr>
            </a:lvl5pPr>
            <a:lvl6pPr algn="l">
              <a:defRPr sz="2025" b="0">
                <a:solidFill>
                  <a:srgbClr val="253E30"/>
                </a:solidFill>
                <a:latin typeface="Arial"/>
                <a:ea typeface="Arial"/>
                <a:cs typeface="Arial"/>
              </a:defRPr>
            </a:lvl6pPr>
            <a:lvl7pPr algn="l">
              <a:defRPr sz="2025" b="0">
                <a:solidFill>
                  <a:srgbClr val="253E30"/>
                </a:solidFill>
                <a:latin typeface="Arial"/>
                <a:ea typeface="Arial"/>
                <a:cs typeface="Arial"/>
              </a:defRPr>
            </a:lvl7pPr>
            <a:lvl8pPr algn="l">
              <a:defRPr sz="2025" b="0">
                <a:solidFill>
                  <a:srgbClr val="253E30"/>
                </a:solidFill>
                <a:latin typeface="Arial"/>
                <a:ea typeface="Arial"/>
                <a:cs typeface="Arial"/>
              </a:defRPr>
            </a:lvl8pPr>
            <a:lvl9pPr algn="l">
              <a:defRPr sz="2025" b="0">
                <a:solidFill>
                  <a:srgbClr val="253E30"/>
                </a:solidFill>
                <a:latin typeface="Arial"/>
                <a:ea typeface="Arial"/>
                <a:cs typeface="Arial"/>
              </a:defRPr>
            </a:lvl9pPr>
          </a:lstStyle>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Baca informasi dan gunakan formulir.</a:t>
            </a:r>
          </a:p>
        </p:txBody>
      </p:sp>
      <p:sp>
        <p:nvSpPr>
          <p:cNvPr id="5" name="Penulis">
            <a:extLst xmlns:a="http://schemas.openxmlformats.org/drawingml/2006/main">
              <a:ext uri="{FF2B5EF4-FFF2-40B4-BE49-F238E27FC236}">
                <a16:creationId xmlns:a16="http://schemas.microsoft.com/office/drawing/2014/main" id="{7311C12A-1F0B-42FB-BB53-4742793B7DCC}"/>
              </a:ext>
            </a:extLst>
          </p:cNvPr>
          <p:cNvSpPr>
            <a:spLocks xmlns:a="http://schemas.openxmlformats.org/drawingml/2006/main" noGrp="1"/>
          </p:cNvSpPr>
          <p:nvPr/>
        </p:nvSpPr>
        <p:spPr>
          <a:xfrm xmlns:a="http://schemas.openxmlformats.org/drawingml/2006/main">
            <a:off x="609600" y="3067050"/>
            <a:ext cx="628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Penulis</a:t>
            </a:r>
          </a:p>
        </p:txBody>
      </p:sp>
      <p:sp>
        <p:nvSpPr>
          <p:cNvPr id="6" name="Buat dan edit draft berita miliknya.">
            <a:extLst xmlns:a="http://schemas.openxmlformats.org/drawingml/2006/main">
              <a:ext uri="{FF2B5EF4-FFF2-40B4-BE49-F238E27FC236}">
                <a16:creationId xmlns:a16="http://schemas.microsoft.com/office/drawing/2014/main" id="{2C450283-D11D-4CAB-9F4D-8CB4DB9A4138}"/>
              </a:ext>
            </a:extLst>
          </p:cNvPr>
          <p:cNvSpPr>
            <a:spLocks xmlns:a="http://schemas.openxmlformats.org/drawingml/2006/main" noGrp="1"/>
          </p:cNvSpPr>
          <p:nvPr/>
        </p:nvSpPr>
        <p:spPr>
          <a:xfrm xmlns:a="http://schemas.openxmlformats.org/drawingml/2006/main">
            <a:off x="609600" y="3524250"/>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253E30"/>
                </a:solidFill>
                <a:latin typeface="Arial"/>
                <a:ea typeface="Arial"/>
                <a:cs typeface="Arial"/>
              </a:defRPr>
            </a:defPPr>
            <a:lvl1pPr algn="l">
              <a:defRPr sz="2025" b="0">
                <a:solidFill>
                  <a:srgbClr val="253E30"/>
                </a:solidFill>
                <a:latin typeface="Arial"/>
                <a:ea typeface="Arial"/>
                <a:cs typeface="Arial"/>
              </a:defRPr>
            </a:lvl1pPr>
            <a:lvl2pPr algn="l">
              <a:defRPr sz="2025" b="0">
                <a:solidFill>
                  <a:srgbClr val="253E30"/>
                </a:solidFill>
                <a:latin typeface="Arial"/>
                <a:ea typeface="Arial"/>
                <a:cs typeface="Arial"/>
              </a:defRPr>
            </a:lvl2pPr>
            <a:lvl3pPr algn="l">
              <a:defRPr sz="2025" b="0">
                <a:solidFill>
                  <a:srgbClr val="253E30"/>
                </a:solidFill>
                <a:latin typeface="Arial"/>
                <a:ea typeface="Arial"/>
                <a:cs typeface="Arial"/>
              </a:defRPr>
            </a:lvl3pPr>
            <a:lvl4pPr algn="l">
              <a:defRPr sz="2025" b="0">
                <a:solidFill>
                  <a:srgbClr val="253E30"/>
                </a:solidFill>
                <a:latin typeface="Arial"/>
                <a:ea typeface="Arial"/>
                <a:cs typeface="Arial"/>
              </a:defRPr>
            </a:lvl4pPr>
            <a:lvl5pPr algn="l">
              <a:defRPr sz="2025" b="0">
                <a:solidFill>
                  <a:srgbClr val="253E30"/>
                </a:solidFill>
                <a:latin typeface="Arial"/>
                <a:ea typeface="Arial"/>
                <a:cs typeface="Arial"/>
              </a:defRPr>
            </a:lvl5pPr>
            <a:lvl6pPr algn="l">
              <a:defRPr sz="2025" b="0">
                <a:solidFill>
                  <a:srgbClr val="253E30"/>
                </a:solidFill>
                <a:latin typeface="Arial"/>
                <a:ea typeface="Arial"/>
                <a:cs typeface="Arial"/>
              </a:defRPr>
            </a:lvl6pPr>
            <a:lvl7pPr algn="l">
              <a:defRPr sz="2025" b="0">
                <a:solidFill>
                  <a:srgbClr val="253E30"/>
                </a:solidFill>
                <a:latin typeface="Arial"/>
                <a:ea typeface="Arial"/>
                <a:cs typeface="Arial"/>
              </a:defRPr>
            </a:lvl7pPr>
            <a:lvl8pPr algn="l">
              <a:defRPr sz="2025" b="0">
                <a:solidFill>
                  <a:srgbClr val="253E30"/>
                </a:solidFill>
                <a:latin typeface="Arial"/>
                <a:ea typeface="Arial"/>
                <a:cs typeface="Arial"/>
              </a:defRPr>
            </a:lvl8pPr>
            <a:lvl9pPr algn="l">
              <a:defRPr sz="2025" b="0">
                <a:solidFill>
                  <a:srgbClr val="253E30"/>
                </a:solidFill>
                <a:latin typeface="Arial"/>
                <a:ea typeface="Arial"/>
                <a:cs typeface="Arial"/>
              </a:defRPr>
            </a:lvl9pPr>
          </a:lstStyle>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Buat dan edit draft berita miliknya.</a:t>
            </a:r>
          </a:p>
        </p:txBody>
      </p:sp>
      <p:sp>
        <p:nvSpPr>
          <p:cNvPr id="7" name="Admin">
            <a:extLst xmlns:a="http://schemas.openxmlformats.org/drawingml/2006/main">
              <a:ext uri="{FF2B5EF4-FFF2-40B4-BE49-F238E27FC236}">
                <a16:creationId xmlns:a16="http://schemas.microsoft.com/office/drawing/2014/main" id="{664203BD-44F4-465C-827A-74A6F93B3F56}"/>
              </a:ext>
            </a:extLst>
          </p:cNvPr>
          <p:cNvSpPr>
            <a:spLocks xmlns:a="http://schemas.openxmlformats.org/drawingml/2006/main" noGrp="1"/>
          </p:cNvSpPr>
          <p:nvPr/>
        </p:nvSpPr>
        <p:spPr>
          <a:xfrm xmlns:a="http://schemas.openxmlformats.org/drawingml/2006/main">
            <a:off x="609600" y="4381500"/>
            <a:ext cx="6286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Admin</a:t>
            </a:r>
          </a:p>
        </p:txBody>
      </p:sp>
      <p:sp>
        <p:nvSpPr>
          <p:cNvPr id="8" name="Terbitkan konten, kelola rekap dan akun.">
            <a:extLst xmlns:a="http://schemas.openxmlformats.org/drawingml/2006/main">
              <a:ext uri="{FF2B5EF4-FFF2-40B4-BE49-F238E27FC236}">
                <a16:creationId xmlns:a16="http://schemas.microsoft.com/office/drawing/2014/main" id="{C52FFB6A-407D-4124-AE8B-A83CB8A5F64C}"/>
              </a:ext>
            </a:extLst>
          </p:cNvPr>
          <p:cNvSpPr>
            <a:spLocks xmlns:a="http://schemas.openxmlformats.org/drawingml/2006/main" noGrp="1"/>
          </p:cNvSpPr>
          <p:nvPr/>
        </p:nvSpPr>
        <p:spPr>
          <a:xfrm xmlns:a="http://schemas.openxmlformats.org/drawingml/2006/main">
            <a:off x="609600" y="4838700"/>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253E30"/>
                </a:solidFill>
                <a:latin typeface="Arial"/>
                <a:ea typeface="Arial"/>
                <a:cs typeface="Arial"/>
              </a:defRPr>
            </a:defPPr>
            <a:lvl1pPr algn="l">
              <a:defRPr sz="2025" b="0">
                <a:solidFill>
                  <a:srgbClr val="253E30"/>
                </a:solidFill>
                <a:latin typeface="Arial"/>
                <a:ea typeface="Arial"/>
                <a:cs typeface="Arial"/>
              </a:defRPr>
            </a:lvl1pPr>
            <a:lvl2pPr algn="l">
              <a:defRPr sz="2025" b="0">
                <a:solidFill>
                  <a:srgbClr val="253E30"/>
                </a:solidFill>
                <a:latin typeface="Arial"/>
                <a:ea typeface="Arial"/>
                <a:cs typeface="Arial"/>
              </a:defRPr>
            </a:lvl2pPr>
            <a:lvl3pPr algn="l">
              <a:defRPr sz="2025" b="0">
                <a:solidFill>
                  <a:srgbClr val="253E30"/>
                </a:solidFill>
                <a:latin typeface="Arial"/>
                <a:ea typeface="Arial"/>
                <a:cs typeface="Arial"/>
              </a:defRPr>
            </a:lvl3pPr>
            <a:lvl4pPr algn="l">
              <a:defRPr sz="2025" b="0">
                <a:solidFill>
                  <a:srgbClr val="253E30"/>
                </a:solidFill>
                <a:latin typeface="Arial"/>
                <a:ea typeface="Arial"/>
                <a:cs typeface="Arial"/>
              </a:defRPr>
            </a:lvl4pPr>
            <a:lvl5pPr algn="l">
              <a:defRPr sz="2025" b="0">
                <a:solidFill>
                  <a:srgbClr val="253E30"/>
                </a:solidFill>
                <a:latin typeface="Arial"/>
                <a:ea typeface="Arial"/>
                <a:cs typeface="Arial"/>
              </a:defRPr>
            </a:lvl5pPr>
            <a:lvl6pPr algn="l">
              <a:defRPr sz="2025" b="0">
                <a:solidFill>
                  <a:srgbClr val="253E30"/>
                </a:solidFill>
                <a:latin typeface="Arial"/>
                <a:ea typeface="Arial"/>
                <a:cs typeface="Arial"/>
              </a:defRPr>
            </a:lvl6pPr>
            <a:lvl7pPr algn="l">
              <a:defRPr sz="2025" b="0">
                <a:solidFill>
                  <a:srgbClr val="253E30"/>
                </a:solidFill>
                <a:latin typeface="Arial"/>
                <a:ea typeface="Arial"/>
                <a:cs typeface="Arial"/>
              </a:defRPr>
            </a:lvl7pPr>
            <a:lvl8pPr algn="l">
              <a:defRPr sz="2025" b="0">
                <a:solidFill>
                  <a:srgbClr val="253E30"/>
                </a:solidFill>
                <a:latin typeface="Arial"/>
                <a:ea typeface="Arial"/>
                <a:cs typeface="Arial"/>
              </a:defRPr>
            </a:lvl8pPr>
            <a:lvl9pPr algn="l">
              <a:defRPr sz="2025" b="0">
                <a:solidFill>
                  <a:srgbClr val="253E30"/>
                </a:solidFill>
                <a:latin typeface="Arial"/>
                <a:ea typeface="Arial"/>
                <a:cs typeface="Arial"/>
              </a:defRPr>
            </a:lvl9pPr>
          </a:lstStyle>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Terbitkan konten, kelola rekap dan akun.</a:t>
            </a:r>
          </a:p>
        </p:txBody>
      </p:sp>
      <p:pic>
        <p:nvPicPr>
          <p:cNvPr id="9" name="">
            <a:extLst xmlns:a="http://schemas.openxmlformats.org/drawingml/2006/main">
              <a:ext uri="{FF2B5EF4-FFF2-40B4-BE49-F238E27FC236}">
                <a16:creationId xmlns:a16="http://schemas.microsoft.com/office/drawing/2014/main" id="{5510BD3D-A605-43C1-A107-8D744427E762}"/>
              </a:ext>
            </a:extLst>
          </p:cNvPr>
          <p:cNvPicPr>
            <a:picLocks xmlns:a="http://schemas.openxmlformats.org/drawingml/2006/main" noChangeAspect="1"/>
          </p:cNvPicPr>
          <p:nvPr/>
        </p:nvPicPr>
        <p:blipFill>
          <a:blip xmlns:r="http://schemas.openxmlformats.org/officeDocument/2006/relationships" xmlns:a="http://schemas.openxmlformats.org/drawingml/2006/main" r:embed="R05ec046900f54430"/>
          <a:srcRect xmlns:a="http://schemas.openxmlformats.org/drawingml/2006/main" l="62240" t="31492" r="16667" b="23450"/>
          <a:stretch xmlns:a="http://schemas.openxmlformats.org/drawingml/2006/main"/>
        </p:blipFill>
        <p:spPr>
          <a:xfrm xmlns:a="http://schemas.openxmlformats.org/drawingml/2006/main">
            <a:off x="8001000" y="1714500"/>
            <a:ext cx="3484306" cy="4000500"/>
          </a:xfrm>
          <a:prstGeom xmlns:a="http://schemas.openxmlformats.org/drawingml/2006/main" prst="rect">
            <a:avLst/>
          </a:prstGeom>
        </p:spPr>
      </p:pic>
      <p:sp>
        <p:nvSpPr>
          <p:cNvPr id="10" name="Pengurus masuk melalui /login.html">
            <a:extLst xmlns:a="http://schemas.openxmlformats.org/drawingml/2006/main">
              <a:ext uri="{FF2B5EF4-FFF2-40B4-BE49-F238E27FC236}">
                <a16:creationId xmlns:a16="http://schemas.microsoft.com/office/drawing/2014/main" id="{DBA401CB-1ECE-414F-81E3-CA563CACC003}"/>
              </a:ext>
            </a:extLst>
          </p:cNvPr>
          <p:cNvSpPr>
            <a:spLocks xmlns:a="http://schemas.openxmlformats.org/drawingml/2006/main" noGrp="1"/>
          </p:cNvSpPr>
          <p:nvPr/>
        </p:nvSpPr>
        <p:spPr>
          <a:xfrm xmlns:a="http://schemas.openxmlformats.org/drawingml/2006/main">
            <a:off x="609600" y="589597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66534"/>
                </a:solidFill>
                <a:latin typeface="Arial"/>
                <a:ea typeface="Arial"/>
                <a:cs typeface="Arial"/>
              </a:defRPr>
            </a:defPPr>
            <a:lvl1pPr algn="l">
              <a:defRPr sz="1875" b="1">
                <a:solidFill>
                  <a:srgbClr val="166534"/>
                </a:solidFill>
                <a:latin typeface="Arial"/>
                <a:ea typeface="Arial"/>
                <a:cs typeface="Arial"/>
              </a:defRPr>
            </a:lvl1pPr>
            <a:lvl2pPr algn="l">
              <a:defRPr sz="1875" b="1">
                <a:solidFill>
                  <a:srgbClr val="166534"/>
                </a:solidFill>
                <a:latin typeface="Arial"/>
                <a:ea typeface="Arial"/>
                <a:cs typeface="Arial"/>
              </a:defRPr>
            </a:lvl2pPr>
            <a:lvl3pPr algn="l">
              <a:defRPr sz="1875" b="1">
                <a:solidFill>
                  <a:srgbClr val="166534"/>
                </a:solidFill>
                <a:latin typeface="Arial"/>
                <a:ea typeface="Arial"/>
                <a:cs typeface="Arial"/>
              </a:defRPr>
            </a:lvl3pPr>
            <a:lvl4pPr algn="l">
              <a:defRPr sz="1875" b="1">
                <a:solidFill>
                  <a:srgbClr val="166534"/>
                </a:solidFill>
                <a:latin typeface="Arial"/>
                <a:ea typeface="Arial"/>
                <a:cs typeface="Arial"/>
              </a:defRPr>
            </a:lvl4pPr>
            <a:lvl5pPr algn="l">
              <a:defRPr sz="1875" b="1">
                <a:solidFill>
                  <a:srgbClr val="166534"/>
                </a:solidFill>
                <a:latin typeface="Arial"/>
                <a:ea typeface="Arial"/>
                <a:cs typeface="Arial"/>
              </a:defRPr>
            </a:lvl5pPr>
            <a:lvl6pPr algn="l">
              <a:defRPr sz="1875" b="1">
                <a:solidFill>
                  <a:srgbClr val="166534"/>
                </a:solidFill>
                <a:latin typeface="Arial"/>
                <a:ea typeface="Arial"/>
                <a:cs typeface="Arial"/>
              </a:defRPr>
            </a:lvl6pPr>
            <a:lvl7pPr algn="l">
              <a:defRPr sz="1875" b="1">
                <a:solidFill>
                  <a:srgbClr val="166534"/>
                </a:solidFill>
                <a:latin typeface="Arial"/>
                <a:ea typeface="Arial"/>
                <a:cs typeface="Arial"/>
              </a:defRPr>
            </a:lvl7pPr>
            <a:lvl8pPr algn="l">
              <a:defRPr sz="1875" b="1">
                <a:solidFill>
                  <a:srgbClr val="166534"/>
                </a:solidFill>
                <a:latin typeface="Arial"/>
                <a:ea typeface="Arial"/>
                <a:cs typeface="Arial"/>
              </a:defRPr>
            </a:lvl8pPr>
            <a:lvl9pPr algn="l">
              <a:defRPr sz="1875" b="1">
                <a:solidFill>
                  <a:srgbClr val="166534"/>
                </a:solidFill>
                <a:latin typeface="Arial"/>
                <a:ea typeface="Arial"/>
                <a:cs typeface="Arial"/>
              </a:defRPr>
            </a:lvl9pPr>
          </a:lstStyle>
          <a:p xmlns:a="http://schemas.openxmlformats.org/drawingml/2006/main">
            <a:pPr algn="l">
              <a:defRPr sz="1875" b="1">
                <a:solidFill>
                  <a:srgbClr val="166534"/>
                </a:solidFill>
                <a:latin typeface="Arial"/>
                <a:ea typeface="Arial"/>
                <a:cs typeface="Arial"/>
              </a:defRPr>
            </a:pPr>
            <a:r>
              <a:rPr sz="1875" b="1">
                <a:solidFill>
                  <a:srgbClr val="166534"/>
                </a:solidFill>
                <a:latin typeface="Arial"/>
                <a:ea typeface="Arial"/>
                <a:cs typeface="Arial"/>
              </a:rPr>
              <a:t>Pengurus masuk melalui /login.html</a:t>
            </a:r>
          </a:p>
        </p:txBody>
      </p:sp>
    </p:spTree>
    <p:extLst>
      <p:ext uri="{BB962C8B-B14F-4D97-AF65-F5344CB8AC3E}">
        <p14:creationId xmlns:p14="http://schemas.microsoft.com/office/powerpoint/2010/main" val="10840209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Buat dan terbitkan berita">
            <a:extLst xmlns:a="http://schemas.openxmlformats.org/drawingml/2006/main">
              <a:ext uri="{FF2B5EF4-FFF2-40B4-BE49-F238E27FC236}">
                <a16:creationId xmlns:a16="http://schemas.microsoft.com/office/drawing/2014/main" id="{BDBC3BAE-37B4-4279-992A-D4D259D031AD}"/>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Buat dan terbitkan berita</a:t>
            </a:r>
          </a:p>
        </p:txBody>
      </p:sp>
      <p:sp>
        <p:nvSpPr>
          <p:cNvPr id="2" name="07 / 10">
            <a:extLst xmlns:a="http://schemas.openxmlformats.org/drawingml/2006/main">
              <a:ext uri="{FF2B5EF4-FFF2-40B4-BE49-F238E27FC236}">
                <a16:creationId xmlns:a16="http://schemas.microsoft.com/office/drawing/2014/main" id="{15AF1DAE-4F02-475B-93C0-E1A9DF924D6B}"/>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07 / 10</a:t>
            </a:r>
          </a:p>
        </p:txBody>
      </p:sp>
      <p:sp>
        <p:nvSpPr>
          <p:cNvPr id="3" name="1  Tulis berita">
            <a:extLst xmlns:a="http://schemas.openxmlformats.org/drawingml/2006/main">
              <a:ext uri="{FF2B5EF4-FFF2-40B4-BE49-F238E27FC236}">
                <a16:creationId xmlns:a16="http://schemas.microsoft.com/office/drawing/2014/main" id="{60B65DA8-C745-444A-99B6-CFCC90B75FAB}"/>
              </a:ext>
            </a:extLst>
          </p:cNvPr>
          <p:cNvSpPr>
            <a:spLocks xmlns:a="http://schemas.openxmlformats.org/drawingml/2006/main" noGrp="1"/>
          </p:cNvSpPr>
          <p:nvPr/>
        </p:nvSpPr>
        <p:spPr>
          <a:xfrm xmlns:a="http://schemas.openxmlformats.org/drawingml/2006/main">
            <a:off x="609600" y="1781175"/>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1  Tulis berita</a:t>
            </a:r>
          </a:p>
        </p:txBody>
      </p:sp>
      <p:sp>
        <p:nvSpPr>
          <p:cNvPr id="4" name="Isi judul, kategori, cerita, dan foto.">
            <a:extLst xmlns:a="http://schemas.openxmlformats.org/drawingml/2006/main">
              <a:ext uri="{FF2B5EF4-FFF2-40B4-BE49-F238E27FC236}">
                <a16:creationId xmlns:a16="http://schemas.microsoft.com/office/drawing/2014/main" id="{A9754C91-0C81-4FA4-967B-9EA299F1B4EB}"/>
              </a:ext>
            </a:extLst>
          </p:cNvPr>
          <p:cNvSpPr>
            <a:spLocks xmlns:a="http://schemas.openxmlformats.org/drawingml/2006/main" noGrp="1"/>
          </p:cNvSpPr>
          <p:nvPr/>
        </p:nvSpPr>
        <p:spPr>
          <a:xfrm xmlns:a="http://schemas.openxmlformats.org/drawingml/2006/main">
            <a:off x="609600" y="2238375"/>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253E30"/>
                </a:solidFill>
                <a:latin typeface="Arial"/>
                <a:ea typeface="Arial"/>
                <a:cs typeface="Arial"/>
              </a:defRPr>
            </a:defPPr>
            <a:lvl1pPr algn="l">
              <a:defRPr sz="2025" b="0">
                <a:solidFill>
                  <a:srgbClr val="253E30"/>
                </a:solidFill>
                <a:latin typeface="Arial"/>
                <a:ea typeface="Arial"/>
                <a:cs typeface="Arial"/>
              </a:defRPr>
            </a:lvl1pPr>
            <a:lvl2pPr algn="l">
              <a:defRPr sz="2025" b="0">
                <a:solidFill>
                  <a:srgbClr val="253E30"/>
                </a:solidFill>
                <a:latin typeface="Arial"/>
                <a:ea typeface="Arial"/>
                <a:cs typeface="Arial"/>
              </a:defRPr>
            </a:lvl2pPr>
            <a:lvl3pPr algn="l">
              <a:defRPr sz="2025" b="0">
                <a:solidFill>
                  <a:srgbClr val="253E30"/>
                </a:solidFill>
                <a:latin typeface="Arial"/>
                <a:ea typeface="Arial"/>
                <a:cs typeface="Arial"/>
              </a:defRPr>
            </a:lvl3pPr>
            <a:lvl4pPr algn="l">
              <a:defRPr sz="2025" b="0">
                <a:solidFill>
                  <a:srgbClr val="253E30"/>
                </a:solidFill>
                <a:latin typeface="Arial"/>
                <a:ea typeface="Arial"/>
                <a:cs typeface="Arial"/>
              </a:defRPr>
            </a:lvl4pPr>
            <a:lvl5pPr algn="l">
              <a:defRPr sz="2025" b="0">
                <a:solidFill>
                  <a:srgbClr val="253E30"/>
                </a:solidFill>
                <a:latin typeface="Arial"/>
                <a:ea typeface="Arial"/>
                <a:cs typeface="Arial"/>
              </a:defRPr>
            </a:lvl5pPr>
            <a:lvl6pPr algn="l">
              <a:defRPr sz="2025" b="0">
                <a:solidFill>
                  <a:srgbClr val="253E30"/>
                </a:solidFill>
                <a:latin typeface="Arial"/>
                <a:ea typeface="Arial"/>
                <a:cs typeface="Arial"/>
              </a:defRPr>
            </a:lvl6pPr>
            <a:lvl7pPr algn="l">
              <a:defRPr sz="2025" b="0">
                <a:solidFill>
                  <a:srgbClr val="253E30"/>
                </a:solidFill>
                <a:latin typeface="Arial"/>
                <a:ea typeface="Arial"/>
                <a:cs typeface="Arial"/>
              </a:defRPr>
            </a:lvl7pPr>
            <a:lvl8pPr algn="l">
              <a:defRPr sz="2025" b="0">
                <a:solidFill>
                  <a:srgbClr val="253E30"/>
                </a:solidFill>
                <a:latin typeface="Arial"/>
                <a:ea typeface="Arial"/>
                <a:cs typeface="Arial"/>
              </a:defRPr>
            </a:lvl8pPr>
            <a:lvl9pPr algn="l">
              <a:defRPr sz="2025" b="0">
                <a:solidFill>
                  <a:srgbClr val="253E30"/>
                </a:solidFill>
                <a:latin typeface="Arial"/>
                <a:ea typeface="Arial"/>
                <a:cs typeface="Arial"/>
              </a:defRPr>
            </a:lvl9pPr>
          </a:lstStyle>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Isi judul, kategori, cerita, dan foto.</a:t>
            </a:r>
          </a:p>
        </p:txBody>
      </p:sp>
      <p:sp>
        <p:nvSpPr>
          <p:cNvPr id="5" name="2  Lihat Pratinjau">
            <a:extLst xmlns:a="http://schemas.openxmlformats.org/drawingml/2006/main">
              <a:ext uri="{FF2B5EF4-FFF2-40B4-BE49-F238E27FC236}">
                <a16:creationId xmlns:a16="http://schemas.microsoft.com/office/drawing/2014/main" id="{177E7A73-175A-4996-8955-76C0678127AF}"/>
              </a:ext>
            </a:extLst>
          </p:cNvPr>
          <p:cNvSpPr>
            <a:spLocks xmlns:a="http://schemas.openxmlformats.org/drawingml/2006/main" noGrp="1"/>
          </p:cNvSpPr>
          <p:nvPr/>
        </p:nvSpPr>
        <p:spPr>
          <a:xfrm xmlns:a="http://schemas.openxmlformats.org/drawingml/2006/main">
            <a:off x="609600" y="3095625"/>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2  Lihat Pratinjau</a:t>
            </a:r>
          </a:p>
        </p:txBody>
      </p:sp>
      <p:sp>
        <p:nvSpPr>
          <p:cNvPr id="6" name="Cek tulisan dan foto sebelum disimpan.">
            <a:extLst xmlns:a="http://schemas.openxmlformats.org/drawingml/2006/main">
              <a:ext uri="{FF2B5EF4-FFF2-40B4-BE49-F238E27FC236}">
                <a16:creationId xmlns:a16="http://schemas.microsoft.com/office/drawing/2014/main" id="{A3E32779-7970-4D3B-8F13-0D2634055A5A}"/>
              </a:ext>
            </a:extLst>
          </p:cNvPr>
          <p:cNvSpPr>
            <a:spLocks xmlns:a="http://schemas.openxmlformats.org/drawingml/2006/main" noGrp="1"/>
          </p:cNvSpPr>
          <p:nvPr/>
        </p:nvSpPr>
        <p:spPr>
          <a:xfrm xmlns:a="http://schemas.openxmlformats.org/drawingml/2006/main">
            <a:off x="609600" y="3552825"/>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253E30"/>
                </a:solidFill>
                <a:latin typeface="Arial"/>
                <a:ea typeface="Arial"/>
                <a:cs typeface="Arial"/>
              </a:defRPr>
            </a:defPPr>
            <a:lvl1pPr algn="l">
              <a:defRPr sz="2025" b="0">
                <a:solidFill>
                  <a:srgbClr val="253E30"/>
                </a:solidFill>
                <a:latin typeface="Arial"/>
                <a:ea typeface="Arial"/>
                <a:cs typeface="Arial"/>
              </a:defRPr>
            </a:lvl1pPr>
            <a:lvl2pPr algn="l">
              <a:defRPr sz="2025" b="0">
                <a:solidFill>
                  <a:srgbClr val="253E30"/>
                </a:solidFill>
                <a:latin typeface="Arial"/>
                <a:ea typeface="Arial"/>
                <a:cs typeface="Arial"/>
              </a:defRPr>
            </a:lvl2pPr>
            <a:lvl3pPr algn="l">
              <a:defRPr sz="2025" b="0">
                <a:solidFill>
                  <a:srgbClr val="253E30"/>
                </a:solidFill>
                <a:latin typeface="Arial"/>
                <a:ea typeface="Arial"/>
                <a:cs typeface="Arial"/>
              </a:defRPr>
            </a:lvl3pPr>
            <a:lvl4pPr algn="l">
              <a:defRPr sz="2025" b="0">
                <a:solidFill>
                  <a:srgbClr val="253E30"/>
                </a:solidFill>
                <a:latin typeface="Arial"/>
                <a:ea typeface="Arial"/>
                <a:cs typeface="Arial"/>
              </a:defRPr>
            </a:lvl4pPr>
            <a:lvl5pPr algn="l">
              <a:defRPr sz="2025" b="0">
                <a:solidFill>
                  <a:srgbClr val="253E30"/>
                </a:solidFill>
                <a:latin typeface="Arial"/>
                <a:ea typeface="Arial"/>
                <a:cs typeface="Arial"/>
              </a:defRPr>
            </a:lvl5pPr>
            <a:lvl6pPr algn="l">
              <a:defRPr sz="2025" b="0">
                <a:solidFill>
                  <a:srgbClr val="253E30"/>
                </a:solidFill>
                <a:latin typeface="Arial"/>
                <a:ea typeface="Arial"/>
                <a:cs typeface="Arial"/>
              </a:defRPr>
            </a:lvl6pPr>
            <a:lvl7pPr algn="l">
              <a:defRPr sz="2025" b="0">
                <a:solidFill>
                  <a:srgbClr val="253E30"/>
                </a:solidFill>
                <a:latin typeface="Arial"/>
                <a:ea typeface="Arial"/>
                <a:cs typeface="Arial"/>
              </a:defRPr>
            </a:lvl7pPr>
            <a:lvl8pPr algn="l">
              <a:defRPr sz="2025" b="0">
                <a:solidFill>
                  <a:srgbClr val="253E30"/>
                </a:solidFill>
                <a:latin typeface="Arial"/>
                <a:ea typeface="Arial"/>
                <a:cs typeface="Arial"/>
              </a:defRPr>
            </a:lvl8pPr>
            <a:lvl9pPr algn="l">
              <a:defRPr sz="2025" b="0">
                <a:solidFill>
                  <a:srgbClr val="253E30"/>
                </a:solidFill>
                <a:latin typeface="Arial"/>
                <a:ea typeface="Arial"/>
                <a:cs typeface="Arial"/>
              </a:defRPr>
            </a:lvl9pPr>
          </a:lstStyle>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Cek tulisan dan foto sebelum disimpan.</a:t>
            </a:r>
          </a:p>
        </p:txBody>
      </p:sp>
      <p:sp>
        <p:nvSpPr>
          <p:cNvPr id="7" name="3  Simpan atau terbitkan">
            <a:extLst xmlns:a="http://schemas.openxmlformats.org/drawingml/2006/main">
              <a:ext uri="{FF2B5EF4-FFF2-40B4-BE49-F238E27FC236}">
                <a16:creationId xmlns:a16="http://schemas.microsoft.com/office/drawing/2014/main" id="{79FF70E3-52AE-4E78-BD90-757BC6D754F1}"/>
              </a:ext>
            </a:extLst>
          </p:cNvPr>
          <p:cNvSpPr>
            <a:spLocks xmlns:a="http://schemas.openxmlformats.org/drawingml/2006/main" noGrp="1"/>
          </p:cNvSpPr>
          <p:nvPr/>
        </p:nvSpPr>
        <p:spPr>
          <a:xfrm xmlns:a="http://schemas.openxmlformats.org/drawingml/2006/main">
            <a:off x="609600" y="4410075"/>
            <a:ext cx="5810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3  Simpan atau terbitkan</a:t>
            </a:r>
          </a:p>
        </p:txBody>
      </p:sp>
      <p:sp>
        <p:nvSpPr>
          <p:cNvPr id="8" name="Draft belum tampil. Admin menerbitkan.">
            <a:extLst xmlns:a="http://schemas.openxmlformats.org/drawingml/2006/main">
              <a:ext uri="{FF2B5EF4-FFF2-40B4-BE49-F238E27FC236}">
                <a16:creationId xmlns:a16="http://schemas.microsoft.com/office/drawing/2014/main" id="{8B9B6C6E-2DDC-4BD5-B218-6D43D8D0E374}"/>
              </a:ext>
            </a:extLst>
          </p:cNvPr>
          <p:cNvSpPr>
            <a:spLocks xmlns:a="http://schemas.openxmlformats.org/drawingml/2006/main" noGrp="1"/>
          </p:cNvSpPr>
          <p:nvPr/>
        </p:nvSpPr>
        <p:spPr>
          <a:xfrm xmlns:a="http://schemas.openxmlformats.org/drawingml/2006/main">
            <a:off x="609600" y="4867275"/>
            <a:ext cx="5810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253E30"/>
                </a:solidFill>
                <a:latin typeface="Arial"/>
                <a:ea typeface="Arial"/>
                <a:cs typeface="Arial"/>
              </a:defRPr>
            </a:defPPr>
            <a:lvl1pPr algn="l">
              <a:defRPr sz="2025" b="0">
                <a:solidFill>
                  <a:srgbClr val="253E30"/>
                </a:solidFill>
                <a:latin typeface="Arial"/>
                <a:ea typeface="Arial"/>
                <a:cs typeface="Arial"/>
              </a:defRPr>
            </a:lvl1pPr>
            <a:lvl2pPr algn="l">
              <a:defRPr sz="2025" b="0">
                <a:solidFill>
                  <a:srgbClr val="253E30"/>
                </a:solidFill>
                <a:latin typeface="Arial"/>
                <a:ea typeface="Arial"/>
                <a:cs typeface="Arial"/>
              </a:defRPr>
            </a:lvl2pPr>
            <a:lvl3pPr algn="l">
              <a:defRPr sz="2025" b="0">
                <a:solidFill>
                  <a:srgbClr val="253E30"/>
                </a:solidFill>
                <a:latin typeface="Arial"/>
                <a:ea typeface="Arial"/>
                <a:cs typeface="Arial"/>
              </a:defRPr>
            </a:lvl3pPr>
            <a:lvl4pPr algn="l">
              <a:defRPr sz="2025" b="0">
                <a:solidFill>
                  <a:srgbClr val="253E30"/>
                </a:solidFill>
                <a:latin typeface="Arial"/>
                <a:ea typeface="Arial"/>
                <a:cs typeface="Arial"/>
              </a:defRPr>
            </a:lvl4pPr>
            <a:lvl5pPr algn="l">
              <a:defRPr sz="2025" b="0">
                <a:solidFill>
                  <a:srgbClr val="253E30"/>
                </a:solidFill>
                <a:latin typeface="Arial"/>
                <a:ea typeface="Arial"/>
                <a:cs typeface="Arial"/>
              </a:defRPr>
            </a:lvl5pPr>
            <a:lvl6pPr algn="l">
              <a:defRPr sz="2025" b="0">
                <a:solidFill>
                  <a:srgbClr val="253E30"/>
                </a:solidFill>
                <a:latin typeface="Arial"/>
                <a:ea typeface="Arial"/>
                <a:cs typeface="Arial"/>
              </a:defRPr>
            </a:lvl6pPr>
            <a:lvl7pPr algn="l">
              <a:defRPr sz="2025" b="0">
                <a:solidFill>
                  <a:srgbClr val="253E30"/>
                </a:solidFill>
                <a:latin typeface="Arial"/>
                <a:ea typeface="Arial"/>
                <a:cs typeface="Arial"/>
              </a:defRPr>
            </a:lvl7pPr>
            <a:lvl8pPr algn="l">
              <a:defRPr sz="2025" b="0">
                <a:solidFill>
                  <a:srgbClr val="253E30"/>
                </a:solidFill>
                <a:latin typeface="Arial"/>
                <a:ea typeface="Arial"/>
                <a:cs typeface="Arial"/>
              </a:defRPr>
            </a:lvl8pPr>
            <a:lvl9pPr algn="l">
              <a:defRPr sz="2025" b="0">
                <a:solidFill>
                  <a:srgbClr val="253E30"/>
                </a:solidFill>
                <a:latin typeface="Arial"/>
                <a:ea typeface="Arial"/>
                <a:cs typeface="Arial"/>
              </a:defRPr>
            </a:lvl9pPr>
          </a:lstStyle>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Draft belum tampil. Admin menerbitkan.</a:t>
            </a:r>
          </a:p>
        </p:txBody>
      </p:sp>
      <p:pic>
        <p:nvPicPr>
          <p:cNvPr id="9" name="">
            <a:extLst xmlns:a="http://schemas.openxmlformats.org/drawingml/2006/main">
              <a:ext uri="{FF2B5EF4-FFF2-40B4-BE49-F238E27FC236}">
                <a16:creationId xmlns:a16="http://schemas.microsoft.com/office/drawing/2014/main" id="{5EEC1D0B-E010-4629-A0BC-4673C5A62858}"/>
              </a:ext>
            </a:extLst>
          </p:cNvPr>
          <p:cNvPicPr>
            <a:picLocks xmlns:a="http://schemas.openxmlformats.org/drawingml/2006/main" noChangeAspect="1"/>
          </p:cNvPicPr>
          <p:nvPr/>
        </p:nvPicPr>
        <p:blipFill>
          <a:blip xmlns:r="http://schemas.openxmlformats.org/officeDocument/2006/relationships" xmlns:a="http://schemas.openxmlformats.org/drawingml/2006/main" r:embed="Rbed2d1ed7283460c"/>
          <a:srcRect xmlns:a="http://schemas.openxmlformats.org/drawingml/2006/main" l="31771" t="12209" r="32552" b="4845"/>
          <a:stretch xmlns:a="http://schemas.openxmlformats.org/drawingml/2006/main"/>
        </p:blipFill>
        <p:spPr>
          <a:xfrm xmlns:a="http://schemas.openxmlformats.org/drawingml/2006/main">
            <a:off x="7781925" y="1581150"/>
            <a:ext cx="3513846" cy="4391025"/>
          </a:xfrm>
          <a:prstGeom xmlns:a="http://schemas.openxmlformats.org/drawingml/2006/main" prst="rect">
            <a:avLst/>
          </a:prstGeom>
        </p:spPr>
      </p:pic>
      <p:sp>
        <p:nvSpPr>
          <p:cNvPr id="10" name="Berita yang dihapus masuk Arsip dan dapat dipulihkan ke draf">
            <a:extLst xmlns:a="http://schemas.openxmlformats.org/drawingml/2006/main">
              <a:ext uri="{FF2B5EF4-FFF2-40B4-BE49-F238E27FC236}">
                <a16:creationId xmlns:a16="http://schemas.microsoft.com/office/drawing/2014/main" id="{00D5206D-EE82-49FD-A47D-E9C555CDB162}"/>
              </a:ext>
            </a:extLst>
          </p:cNvPr>
          <p:cNvSpPr>
            <a:spLocks xmlns:a="http://schemas.openxmlformats.org/drawingml/2006/main" noGrp="1"/>
          </p:cNvSpPr>
          <p:nvPr/>
        </p:nvSpPr>
        <p:spPr>
          <a:xfrm xmlns:a="http://schemas.openxmlformats.org/drawingml/2006/main">
            <a:off x="609600" y="5915025"/>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725" b="0">
                <a:solidFill>
                  <a:srgbClr val="52665A"/>
                </a:solidFill>
                <a:latin typeface="Arial"/>
                <a:ea typeface="Arial"/>
                <a:cs typeface="Arial"/>
              </a:defRPr>
            </a:defPPr>
            <a:lvl1pPr algn="l">
              <a:defRPr sz="1725" b="0">
                <a:solidFill>
                  <a:srgbClr val="52665A"/>
                </a:solidFill>
                <a:latin typeface="Arial"/>
                <a:ea typeface="Arial"/>
                <a:cs typeface="Arial"/>
              </a:defRPr>
            </a:lvl1pPr>
            <a:lvl2pPr algn="l">
              <a:defRPr sz="1725" b="0">
                <a:solidFill>
                  <a:srgbClr val="52665A"/>
                </a:solidFill>
                <a:latin typeface="Arial"/>
                <a:ea typeface="Arial"/>
                <a:cs typeface="Arial"/>
              </a:defRPr>
            </a:lvl2pPr>
            <a:lvl3pPr algn="l">
              <a:defRPr sz="1725" b="0">
                <a:solidFill>
                  <a:srgbClr val="52665A"/>
                </a:solidFill>
                <a:latin typeface="Arial"/>
                <a:ea typeface="Arial"/>
                <a:cs typeface="Arial"/>
              </a:defRPr>
            </a:lvl3pPr>
            <a:lvl4pPr algn="l">
              <a:defRPr sz="1725" b="0">
                <a:solidFill>
                  <a:srgbClr val="52665A"/>
                </a:solidFill>
                <a:latin typeface="Arial"/>
                <a:ea typeface="Arial"/>
                <a:cs typeface="Arial"/>
              </a:defRPr>
            </a:lvl4pPr>
            <a:lvl5pPr algn="l">
              <a:defRPr sz="1725" b="0">
                <a:solidFill>
                  <a:srgbClr val="52665A"/>
                </a:solidFill>
                <a:latin typeface="Arial"/>
                <a:ea typeface="Arial"/>
                <a:cs typeface="Arial"/>
              </a:defRPr>
            </a:lvl5pPr>
            <a:lvl6pPr algn="l">
              <a:defRPr sz="1725" b="0">
                <a:solidFill>
                  <a:srgbClr val="52665A"/>
                </a:solidFill>
                <a:latin typeface="Arial"/>
                <a:ea typeface="Arial"/>
                <a:cs typeface="Arial"/>
              </a:defRPr>
            </a:lvl6pPr>
            <a:lvl7pPr algn="l">
              <a:defRPr sz="1725" b="0">
                <a:solidFill>
                  <a:srgbClr val="52665A"/>
                </a:solidFill>
                <a:latin typeface="Arial"/>
                <a:ea typeface="Arial"/>
                <a:cs typeface="Arial"/>
              </a:defRPr>
            </a:lvl7pPr>
            <a:lvl8pPr algn="l">
              <a:defRPr sz="1725" b="0">
                <a:solidFill>
                  <a:srgbClr val="52665A"/>
                </a:solidFill>
                <a:latin typeface="Arial"/>
                <a:ea typeface="Arial"/>
                <a:cs typeface="Arial"/>
              </a:defRPr>
            </a:lvl8pPr>
            <a:lvl9pPr algn="l">
              <a:defRPr sz="1725" b="0">
                <a:solidFill>
                  <a:srgbClr val="52665A"/>
                </a:solidFill>
                <a:latin typeface="Arial"/>
                <a:ea typeface="Arial"/>
                <a:cs typeface="Arial"/>
              </a:defRPr>
            </a:lvl9pPr>
          </a:lstStyle>
          <a:p xmlns:a="http://schemas.openxmlformats.org/drawingml/2006/main">
            <a:pPr algn="l">
              <a:defRPr sz="1725" b="0">
                <a:solidFill>
                  <a:srgbClr val="52665A"/>
                </a:solidFill>
                <a:latin typeface="Arial"/>
                <a:ea typeface="Arial"/>
                <a:cs typeface="Arial"/>
              </a:defRPr>
            </a:pPr>
            <a:r>
              <a:rPr sz="1725" b="0">
                <a:solidFill>
                  <a:srgbClr val="52665A"/>
                </a:solidFill>
                <a:latin typeface="Arial"/>
                <a:ea typeface="Arial"/>
                <a:cs typeface="Arial"/>
              </a:rPr>
              <a:t>Berita yang dihapus masuk Arsip dan dapat dipulihkan ke draft.</a:t>
            </a:r>
          </a:p>
        </p:txBody>
      </p:sp>
    </p:spTree>
    <p:extLst>
      <p:ext uri="{BB962C8B-B14F-4D97-AF65-F5344CB8AC3E}">
        <p14:creationId xmlns:p14="http://schemas.microsoft.com/office/powerpoint/2010/main" val="26344538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Kelola foto dan isi website">
            <a:extLst xmlns:a="http://schemas.openxmlformats.org/drawingml/2006/main">
              <a:ext uri="{FF2B5EF4-FFF2-40B4-BE49-F238E27FC236}">
                <a16:creationId xmlns:a16="http://schemas.microsoft.com/office/drawing/2014/main" id="{7518A969-73B2-4BE3-BDF6-A328C4070E5E}"/>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Kelola foto dan isi website</a:t>
            </a:r>
          </a:p>
        </p:txBody>
      </p:sp>
      <p:sp>
        <p:nvSpPr>
          <p:cNvPr id="2" name="08 / 10">
            <a:extLst xmlns:a="http://schemas.openxmlformats.org/drawingml/2006/main">
              <a:ext uri="{FF2B5EF4-FFF2-40B4-BE49-F238E27FC236}">
                <a16:creationId xmlns:a16="http://schemas.microsoft.com/office/drawing/2014/main" id="{A35CC921-96E9-4EDF-9D27-CE9500F40A36}"/>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08 / 10</a:t>
            </a:r>
          </a:p>
        </p:txBody>
      </p:sp>
      <p:sp>
        <p:nvSpPr>
          <p:cNvPr id="3" name="Galeri">
            <a:extLst xmlns:a="http://schemas.openxmlformats.org/drawingml/2006/main">
              <a:ext uri="{FF2B5EF4-FFF2-40B4-BE49-F238E27FC236}">
                <a16:creationId xmlns:a16="http://schemas.microsoft.com/office/drawing/2014/main" id="{3238E52C-9EE5-46FC-AB08-2BE54C8FF193}"/>
              </a:ext>
            </a:extLst>
          </p:cNvPr>
          <p:cNvSpPr>
            <a:spLocks xmlns:a="http://schemas.openxmlformats.org/drawingml/2006/main" noGrp="1"/>
          </p:cNvSpPr>
          <p:nvPr/>
        </p:nvSpPr>
        <p:spPr>
          <a:xfrm xmlns:a="http://schemas.openxmlformats.org/drawingml/2006/main">
            <a:off x="609600" y="1857375"/>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75" b="1">
                <a:solidFill>
                  <a:srgbClr val="166534"/>
                </a:solidFill>
                <a:latin typeface="Arial"/>
                <a:ea typeface="Arial"/>
                <a:cs typeface="Arial"/>
              </a:defRPr>
            </a:defPPr>
            <a:lvl1pPr algn="l">
              <a:defRPr sz="2475" b="1">
                <a:solidFill>
                  <a:srgbClr val="166534"/>
                </a:solidFill>
                <a:latin typeface="Arial"/>
                <a:ea typeface="Arial"/>
                <a:cs typeface="Arial"/>
              </a:defRPr>
            </a:lvl1pPr>
            <a:lvl2pPr algn="l">
              <a:defRPr sz="2475" b="1">
                <a:solidFill>
                  <a:srgbClr val="166534"/>
                </a:solidFill>
                <a:latin typeface="Arial"/>
                <a:ea typeface="Arial"/>
                <a:cs typeface="Arial"/>
              </a:defRPr>
            </a:lvl2pPr>
            <a:lvl3pPr algn="l">
              <a:defRPr sz="2475" b="1">
                <a:solidFill>
                  <a:srgbClr val="166534"/>
                </a:solidFill>
                <a:latin typeface="Arial"/>
                <a:ea typeface="Arial"/>
                <a:cs typeface="Arial"/>
              </a:defRPr>
            </a:lvl3pPr>
            <a:lvl4pPr algn="l">
              <a:defRPr sz="2475" b="1">
                <a:solidFill>
                  <a:srgbClr val="166534"/>
                </a:solidFill>
                <a:latin typeface="Arial"/>
                <a:ea typeface="Arial"/>
                <a:cs typeface="Arial"/>
              </a:defRPr>
            </a:lvl4pPr>
            <a:lvl5pPr algn="l">
              <a:defRPr sz="2475" b="1">
                <a:solidFill>
                  <a:srgbClr val="166534"/>
                </a:solidFill>
                <a:latin typeface="Arial"/>
                <a:ea typeface="Arial"/>
                <a:cs typeface="Arial"/>
              </a:defRPr>
            </a:lvl5pPr>
            <a:lvl6pPr algn="l">
              <a:defRPr sz="2475" b="1">
                <a:solidFill>
                  <a:srgbClr val="166534"/>
                </a:solidFill>
                <a:latin typeface="Arial"/>
                <a:ea typeface="Arial"/>
                <a:cs typeface="Arial"/>
              </a:defRPr>
            </a:lvl6pPr>
            <a:lvl7pPr algn="l">
              <a:defRPr sz="2475" b="1">
                <a:solidFill>
                  <a:srgbClr val="166534"/>
                </a:solidFill>
                <a:latin typeface="Arial"/>
                <a:ea typeface="Arial"/>
                <a:cs typeface="Arial"/>
              </a:defRPr>
            </a:lvl7pPr>
            <a:lvl8pPr algn="l">
              <a:defRPr sz="2475" b="1">
                <a:solidFill>
                  <a:srgbClr val="166534"/>
                </a:solidFill>
                <a:latin typeface="Arial"/>
                <a:ea typeface="Arial"/>
                <a:cs typeface="Arial"/>
              </a:defRPr>
            </a:lvl8pPr>
            <a:lvl9pPr algn="l">
              <a:defRPr sz="2475" b="1">
                <a:solidFill>
                  <a:srgbClr val="166534"/>
                </a:solidFill>
                <a:latin typeface="Arial"/>
                <a:ea typeface="Arial"/>
                <a:cs typeface="Arial"/>
              </a:defRPr>
            </a:lvl9pPr>
          </a:lstStyle>
          <a:p xmlns:a="http://schemas.openxmlformats.org/drawingml/2006/main">
            <a:pPr algn="l">
              <a:defRPr sz="2475" b="1">
                <a:solidFill>
                  <a:srgbClr val="166534"/>
                </a:solidFill>
                <a:latin typeface="Arial"/>
                <a:ea typeface="Arial"/>
                <a:cs typeface="Arial"/>
              </a:defRPr>
            </a:pPr>
            <a:r>
              <a:rPr sz="2475" b="1">
                <a:solidFill>
                  <a:srgbClr val="166534"/>
                </a:solidFill>
                <a:latin typeface="Arial"/>
                <a:ea typeface="Arial"/>
                <a:cs typeface="Arial"/>
              </a:rPr>
              <a:t>Galeri</a:t>
            </a:r>
          </a:p>
        </p:txBody>
      </p:sp>
      <p:sp>
        <p:nvSpPr>
          <p:cNvPr id="4" name="Tambah foto dari perangkat&#10;atau Drive. Untuk video,&#10;gunakan ">
            <a:extLst xmlns:a="http://schemas.openxmlformats.org/drawingml/2006/main">
              <a:ext uri="{FF2B5EF4-FFF2-40B4-BE49-F238E27FC236}">
                <a16:creationId xmlns:a16="http://schemas.microsoft.com/office/drawing/2014/main" id="{25769A90-459C-41F9-A301-E970A46C4634}"/>
              </a:ext>
            </a:extLst>
          </p:cNvPr>
          <p:cNvSpPr>
            <a:spLocks xmlns:a="http://schemas.openxmlformats.org/drawingml/2006/main" noGrp="1"/>
          </p:cNvSpPr>
          <p:nvPr/>
        </p:nvSpPr>
        <p:spPr>
          <a:xfrm xmlns:a="http://schemas.openxmlformats.org/drawingml/2006/main">
            <a:off x="609600" y="2400300"/>
            <a:ext cx="4476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253E30"/>
                </a:solidFill>
                <a:latin typeface="Arial"/>
                <a:ea typeface="Arial"/>
                <a:cs typeface="Arial"/>
              </a:defRPr>
            </a:defPPr>
            <a:lvl1pPr algn="l">
              <a:defRPr sz="2175" b="0">
                <a:solidFill>
                  <a:srgbClr val="253E30"/>
                </a:solidFill>
                <a:latin typeface="Arial"/>
                <a:ea typeface="Arial"/>
                <a:cs typeface="Arial"/>
              </a:defRPr>
            </a:lvl1pPr>
            <a:lvl2pPr algn="l">
              <a:defRPr sz="2175" b="0">
                <a:solidFill>
                  <a:srgbClr val="253E30"/>
                </a:solidFill>
                <a:latin typeface="Arial"/>
                <a:ea typeface="Arial"/>
                <a:cs typeface="Arial"/>
              </a:defRPr>
            </a:lvl2pPr>
            <a:lvl3pPr algn="l">
              <a:defRPr sz="2175" b="0">
                <a:solidFill>
                  <a:srgbClr val="253E30"/>
                </a:solidFill>
                <a:latin typeface="Arial"/>
                <a:ea typeface="Arial"/>
                <a:cs typeface="Arial"/>
              </a:defRPr>
            </a:lvl3pPr>
            <a:lvl4pPr algn="l">
              <a:defRPr sz="2175" b="0">
                <a:solidFill>
                  <a:srgbClr val="253E30"/>
                </a:solidFill>
                <a:latin typeface="Arial"/>
                <a:ea typeface="Arial"/>
                <a:cs typeface="Arial"/>
              </a:defRPr>
            </a:lvl4pPr>
            <a:lvl5pPr algn="l">
              <a:defRPr sz="2175" b="0">
                <a:solidFill>
                  <a:srgbClr val="253E30"/>
                </a:solidFill>
                <a:latin typeface="Arial"/>
                <a:ea typeface="Arial"/>
                <a:cs typeface="Arial"/>
              </a:defRPr>
            </a:lvl5pPr>
            <a:lvl6pPr algn="l">
              <a:defRPr sz="2175" b="0">
                <a:solidFill>
                  <a:srgbClr val="253E30"/>
                </a:solidFill>
                <a:latin typeface="Arial"/>
                <a:ea typeface="Arial"/>
                <a:cs typeface="Arial"/>
              </a:defRPr>
            </a:lvl6pPr>
            <a:lvl7pPr algn="l">
              <a:defRPr sz="2175" b="0">
                <a:solidFill>
                  <a:srgbClr val="253E30"/>
                </a:solidFill>
                <a:latin typeface="Arial"/>
                <a:ea typeface="Arial"/>
                <a:cs typeface="Arial"/>
              </a:defRPr>
            </a:lvl7pPr>
            <a:lvl8pPr algn="l">
              <a:defRPr sz="2175" b="0">
                <a:solidFill>
                  <a:srgbClr val="253E30"/>
                </a:solidFill>
                <a:latin typeface="Arial"/>
                <a:ea typeface="Arial"/>
                <a:cs typeface="Arial"/>
              </a:defRPr>
            </a:lvl8pPr>
            <a:lvl9pPr algn="l">
              <a:defRPr sz="2175" b="0">
                <a:solidFill>
                  <a:srgbClr val="253E30"/>
                </a:solidFill>
                <a:latin typeface="Arial"/>
                <a:ea typeface="Arial"/>
                <a:cs typeface="Arial"/>
              </a:defRPr>
            </a:lvl9pPr>
          </a:lstStyle>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Tambah foto dari perangkat</a:t>
            </a:r>
          </a:p>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atau Drive. Untuk video,</a:t>
            </a:r>
          </a:p>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gunakan tautan YouTube.</a:t>
            </a:r>
          </a:p>
        </p:txBody>
      </p:sp>
      <p:sp>
        <p:nvSpPr>
          <p:cNvPr id="5" name="Isi website">
            <a:extLst xmlns:a="http://schemas.openxmlformats.org/drawingml/2006/main">
              <a:ext uri="{FF2B5EF4-FFF2-40B4-BE49-F238E27FC236}">
                <a16:creationId xmlns:a16="http://schemas.microsoft.com/office/drawing/2014/main" id="{78921B07-0EBB-44B2-8965-48A61EBDCAC6}"/>
              </a:ext>
            </a:extLst>
          </p:cNvPr>
          <p:cNvSpPr>
            <a:spLocks xmlns:a="http://schemas.openxmlformats.org/drawingml/2006/main" noGrp="1"/>
          </p:cNvSpPr>
          <p:nvPr/>
        </p:nvSpPr>
        <p:spPr>
          <a:xfrm xmlns:a="http://schemas.openxmlformats.org/drawingml/2006/main">
            <a:off x="609600" y="4248150"/>
            <a:ext cx="447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475" b="1">
                <a:solidFill>
                  <a:srgbClr val="166534"/>
                </a:solidFill>
                <a:latin typeface="Arial"/>
                <a:ea typeface="Arial"/>
                <a:cs typeface="Arial"/>
              </a:defRPr>
            </a:defPPr>
            <a:lvl1pPr algn="l">
              <a:defRPr sz="2475" b="1">
                <a:solidFill>
                  <a:srgbClr val="166534"/>
                </a:solidFill>
                <a:latin typeface="Arial"/>
                <a:ea typeface="Arial"/>
                <a:cs typeface="Arial"/>
              </a:defRPr>
            </a:lvl1pPr>
            <a:lvl2pPr algn="l">
              <a:defRPr sz="2475" b="1">
                <a:solidFill>
                  <a:srgbClr val="166534"/>
                </a:solidFill>
                <a:latin typeface="Arial"/>
                <a:ea typeface="Arial"/>
                <a:cs typeface="Arial"/>
              </a:defRPr>
            </a:lvl2pPr>
            <a:lvl3pPr algn="l">
              <a:defRPr sz="2475" b="1">
                <a:solidFill>
                  <a:srgbClr val="166534"/>
                </a:solidFill>
                <a:latin typeface="Arial"/>
                <a:ea typeface="Arial"/>
                <a:cs typeface="Arial"/>
              </a:defRPr>
            </a:lvl3pPr>
            <a:lvl4pPr algn="l">
              <a:defRPr sz="2475" b="1">
                <a:solidFill>
                  <a:srgbClr val="166534"/>
                </a:solidFill>
                <a:latin typeface="Arial"/>
                <a:ea typeface="Arial"/>
                <a:cs typeface="Arial"/>
              </a:defRPr>
            </a:lvl4pPr>
            <a:lvl5pPr algn="l">
              <a:defRPr sz="2475" b="1">
                <a:solidFill>
                  <a:srgbClr val="166534"/>
                </a:solidFill>
                <a:latin typeface="Arial"/>
                <a:ea typeface="Arial"/>
                <a:cs typeface="Arial"/>
              </a:defRPr>
            </a:lvl5pPr>
            <a:lvl6pPr algn="l">
              <a:defRPr sz="2475" b="1">
                <a:solidFill>
                  <a:srgbClr val="166534"/>
                </a:solidFill>
                <a:latin typeface="Arial"/>
                <a:ea typeface="Arial"/>
                <a:cs typeface="Arial"/>
              </a:defRPr>
            </a:lvl6pPr>
            <a:lvl7pPr algn="l">
              <a:defRPr sz="2475" b="1">
                <a:solidFill>
                  <a:srgbClr val="166534"/>
                </a:solidFill>
                <a:latin typeface="Arial"/>
                <a:ea typeface="Arial"/>
                <a:cs typeface="Arial"/>
              </a:defRPr>
            </a:lvl7pPr>
            <a:lvl8pPr algn="l">
              <a:defRPr sz="2475" b="1">
                <a:solidFill>
                  <a:srgbClr val="166534"/>
                </a:solidFill>
                <a:latin typeface="Arial"/>
                <a:ea typeface="Arial"/>
                <a:cs typeface="Arial"/>
              </a:defRPr>
            </a:lvl8pPr>
            <a:lvl9pPr algn="l">
              <a:defRPr sz="2475" b="1">
                <a:solidFill>
                  <a:srgbClr val="166534"/>
                </a:solidFill>
                <a:latin typeface="Arial"/>
                <a:ea typeface="Arial"/>
                <a:cs typeface="Arial"/>
              </a:defRPr>
            </a:lvl9pPr>
          </a:lstStyle>
          <a:p xmlns:a="http://schemas.openxmlformats.org/drawingml/2006/main">
            <a:pPr algn="l">
              <a:defRPr sz="2475" b="1">
                <a:solidFill>
                  <a:srgbClr val="166534"/>
                </a:solidFill>
                <a:latin typeface="Arial"/>
                <a:ea typeface="Arial"/>
                <a:cs typeface="Arial"/>
              </a:defRPr>
            </a:pPr>
            <a:r>
              <a:rPr sz="2475" b="1">
                <a:solidFill>
                  <a:srgbClr val="166534"/>
                </a:solidFill>
                <a:latin typeface="Arial"/>
                <a:ea typeface="Arial"/>
                <a:cs typeface="Arial"/>
              </a:rPr>
              <a:t>Isi website</a:t>
            </a:r>
          </a:p>
        </p:txBody>
      </p:sp>
      <p:sp>
        <p:nvSpPr>
          <p:cNvPr id="6" name="Edit bagian → simpan draft&#10;→ cek pratinjau → terbitkan.">
            <a:extLst xmlns:a="http://schemas.openxmlformats.org/drawingml/2006/main">
              <a:ext uri="{FF2B5EF4-FFF2-40B4-BE49-F238E27FC236}">
                <a16:creationId xmlns:a16="http://schemas.microsoft.com/office/drawing/2014/main" id="{EFCE79D9-8A89-4B9B-AD2B-85C06C764C90}"/>
              </a:ext>
            </a:extLst>
          </p:cNvPr>
          <p:cNvSpPr>
            <a:spLocks xmlns:a="http://schemas.openxmlformats.org/drawingml/2006/main" noGrp="1"/>
          </p:cNvSpPr>
          <p:nvPr/>
        </p:nvSpPr>
        <p:spPr>
          <a:xfrm xmlns:a="http://schemas.openxmlformats.org/drawingml/2006/main">
            <a:off x="609600" y="4810125"/>
            <a:ext cx="447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75" b="0">
                <a:solidFill>
                  <a:srgbClr val="253E30"/>
                </a:solidFill>
                <a:latin typeface="Arial"/>
                <a:ea typeface="Arial"/>
                <a:cs typeface="Arial"/>
              </a:defRPr>
            </a:defPPr>
            <a:lvl1pPr algn="l">
              <a:defRPr sz="2175" b="0">
                <a:solidFill>
                  <a:srgbClr val="253E30"/>
                </a:solidFill>
                <a:latin typeface="Arial"/>
                <a:ea typeface="Arial"/>
                <a:cs typeface="Arial"/>
              </a:defRPr>
            </a:lvl1pPr>
            <a:lvl2pPr algn="l">
              <a:defRPr sz="2175" b="0">
                <a:solidFill>
                  <a:srgbClr val="253E30"/>
                </a:solidFill>
                <a:latin typeface="Arial"/>
                <a:ea typeface="Arial"/>
                <a:cs typeface="Arial"/>
              </a:defRPr>
            </a:lvl2pPr>
            <a:lvl3pPr algn="l">
              <a:defRPr sz="2175" b="0">
                <a:solidFill>
                  <a:srgbClr val="253E30"/>
                </a:solidFill>
                <a:latin typeface="Arial"/>
                <a:ea typeface="Arial"/>
                <a:cs typeface="Arial"/>
              </a:defRPr>
            </a:lvl3pPr>
            <a:lvl4pPr algn="l">
              <a:defRPr sz="2175" b="0">
                <a:solidFill>
                  <a:srgbClr val="253E30"/>
                </a:solidFill>
                <a:latin typeface="Arial"/>
                <a:ea typeface="Arial"/>
                <a:cs typeface="Arial"/>
              </a:defRPr>
            </a:lvl4pPr>
            <a:lvl5pPr algn="l">
              <a:defRPr sz="2175" b="0">
                <a:solidFill>
                  <a:srgbClr val="253E30"/>
                </a:solidFill>
                <a:latin typeface="Arial"/>
                <a:ea typeface="Arial"/>
                <a:cs typeface="Arial"/>
              </a:defRPr>
            </a:lvl5pPr>
            <a:lvl6pPr algn="l">
              <a:defRPr sz="2175" b="0">
                <a:solidFill>
                  <a:srgbClr val="253E30"/>
                </a:solidFill>
                <a:latin typeface="Arial"/>
                <a:ea typeface="Arial"/>
                <a:cs typeface="Arial"/>
              </a:defRPr>
            </a:lvl6pPr>
            <a:lvl7pPr algn="l">
              <a:defRPr sz="2175" b="0">
                <a:solidFill>
                  <a:srgbClr val="253E30"/>
                </a:solidFill>
                <a:latin typeface="Arial"/>
                <a:ea typeface="Arial"/>
                <a:cs typeface="Arial"/>
              </a:defRPr>
            </a:lvl7pPr>
            <a:lvl8pPr algn="l">
              <a:defRPr sz="2175" b="0">
                <a:solidFill>
                  <a:srgbClr val="253E30"/>
                </a:solidFill>
                <a:latin typeface="Arial"/>
                <a:ea typeface="Arial"/>
                <a:cs typeface="Arial"/>
              </a:defRPr>
            </a:lvl8pPr>
            <a:lvl9pPr algn="l">
              <a:defRPr sz="2175" b="0">
                <a:solidFill>
                  <a:srgbClr val="253E30"/>
                </a:solidFill>
                <a:latin typeface="Arial"/>
                <a:ea typeface="Arial"/>
                <a:cs typeface="Arial"/>
              </a:defRPr>
            </a:lvl9pPr>
          </a:lstStyle>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Edit bagian → simpan draft</a:t>
            </a:r>
          </a:p>
          <a:p xmlns:a="http://schemas.openxmlformats.org/drawingml/2006/main">
            <a:pPr algn="l">
              <a:defRPr sz="2175" b="0">
                <a:solidFill>
                  <a:srgbClr val="253E30"/>
                </a:solidFill>
                <a:latin typeface="Arial"/>
                <a:ea typeface="Arial"/>
                <a:cs typeface="Arial"/>
              </a:defRPr>
            </a:pPr>
            <a:r>
              <a:rPr sz="2175" b="0">
                <a:solidFill>
                  <a:srgbClr val="253E30"/>
                </a:solidFill>
                <a:latin typeface="Arial"/>
                <a:ea typeface="Arial"/>
                <a:cs typeface="Arial"/>
              </a:rPr>
              <a:t>→ cek pratinjau → terbitkan.</a:t>
            </a:r>
          </a:p>
        </p:txBody>
      </p:sp>
      <p:pic>
        <p:nvPicPr>
          <p:cNvPr id="7" name="">
            <a:extLst xmlns:a="http://schemas.openxmlformats.org/drawingml/2006/main">
              <a:ext uri="{FF2B5EF4-FFF2-40B4-BE49-F238E27FC236}">
                <a16:creationId xmlns:a16="http://schemas.microsoft.com/office/drawing/2014/main" id="{BAB3B907-5E33-44D1-9269-2E4C322130BF}"/>
              </a:ext>
            </a:extLst>
          </p:cNvPr>
          <p:cNvPicPr>
            <a:picLocks xmlns:a="http://schemas.openxmlformats.org/drawingml/2006/main" noChangeAspect="1"/>
          </p:cNvPicPr>
          <p:nvPr/>
        </p:nvPicPr>
        <p:blipFill>
          <a:blip xmlns:r="http://schemas.openxmlformats.org/officeDocument/2006/relationships" xmlns:a="http://schemas.openxmlformats.org/drawingml/2006/main" r:embed="R90c59a2aa9184951"/>
          <a:srcRect xmlns:a="http://schemas.openxmlformats.org/drawingml/2006/main" l="19792" t="26163" r="8073" b="2132"/>
          <a:stretch xmlns:a="http://schemas.openxmlformats.org/drawingml/2006/main"/>
        </p:blipFill>
        <p:spPr>
          <a:xfrm xmlns:a="http://schemas.openxmlformats.org/drawingml/2006/main">
            <a:off x="5238750" y="2000250"/>
            <a:ext cx="6334125" cy="3384298"/>
          </a:xfrm>
          <a:prstGeom xmlns:a="http://schemas.openxmlformats.org/drawingml/2006/main" prst="rect">
            <a:avLst/>
          </a:prstGeom>
        </p:spPr>
      </p:pic>
      <p:sp>
        <p:nvSpPr>
          <p:cNvPr id="8" name="Pratinjau tersedia untuk desktop dan ponsel">
            <a:extLst xmlns:a="http://schemas.openxmlformats.org/drawingml/2006/main">
              <a:ext uri="{FF2B5EF4-FFF2-40B4-BE49-F238E27FC236}">
                <a16:creationId xmlns:a16="http://schemas.microsoft.com/office/drawing/2014/main" id="{B21C36FD-FEA9-40ED-BFBE-2C5C0C8CC468}"/>
              </a:ext>
            </a:extLst>
          </p:cNvPr>
          <p:cNvSpPr>
            <a:spLocks xmlns:a="http://schemas.openxmlformats.org/drawingml/2006/main" noGrp="1"/>
          </p:cNvSpPr>
          <p:nvPr/>
        </p:nvSpPr>
        <p:spPr>
          <a:xfrm xmlns:a="http://schemas.openxmlformats.org/drawingml/2006/main">
            <a:off x="5238750" y="5543550"/>
            <a:ext cx="6334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875" b="1">
                <a:solidFill>
                  <a:srgbClr val="166534"/>
                </a:solidFill>
                <a:latin typeface="Arial"/>
                <a:ea typeface="Arial"/>
                <a:cs typeface="Arial"/>
              </a:defRPr>
            </a:defPPr>
            <a:lvl1pPr algn="l">
              <a:defRPr sz="1875" b="1">
                <a:solidFill>
                  <a:srgbClr val="166534"/>
                </a:solidFill>
                <a:latin typeface="Arial"/>
                <a:ea typeface="Arial"/>
                <a:cs typeface="Arial"/>
              </a:defRPr>
            </a:lvl1pPr>
            <a:lvl2pPr algn="l">
              <a:defRPr sz="1875" b="1">
                <a:solidFill>
                  <a:srgbClr val="166534"/>
                </a:solidFill>
                <a:latin typeface="Arial"/>
                <a:ea typeface="Arial"/>
                <a:cs typeface="Arial"/>
              </a:defRPr>
            </a:lvl2pPr>
            <a:lvl3pPr algn="l">
              <a:defRPr sz="1875" b="1">
                <a:solidFill>
                  <a:srgbClr val="166534"/>
                </a:solidFill>
                <a:latin typeface="Arial"/>
                <a:ea typeface="Arial"/>
                <a:cs typeface="Arial"/>
              </a:defRPr>
            </a:lvl3pPr>
            <a:lvl4pPr algn="l">
              <a:defRPr sz="1875" b="1">
                <a:solidFill>
                  <a:srgbClr val="166534"/>
                </a:solidFill>
                <a:latin typeface="Arial"/>
                <a:ea typeface="Arial"/>
                <a:cs typeface="Arial"/>
              </a:defRPr>
            </a:lvl4pPr>
            <a:lvl5pPr algn="l">
              <a:defRPr sz="1875" b="1">
                <a:solidFill>
                  <a:srgbClr val="166534"/>
                </a:solidFill>
                <a:latin typeface="Arial"/>
                <a:ea typeface="Arial"/>
                <a:cs typeface="Arial"/>
              </a:defRPr>
            </a:lvl5pPr>
            <a:lvl6pPr algn="l">
              <a:defRPr sz="1875" b="1">
                <a:solidFill>
                  <a:srgbClr val="166534"/>
                </a:solidFill>
                <a:latin typeface="Arial"/>
                <a:ea typeface="Arial"/>
                <a:cs typeface="Arial"/>
              </a:defRPr>
            </a:lvl6pPr>
            <a:lvl7pPr algn="l">
              <a:defRPr sz="1875" b="1">
                <a:solidFill>
                  <a:srgbClr val="166534"/>
                </a:solidFill>
                <a:latin typeface="Arial"/>
                <a:ea typeface="Arial"/>
                <a:cs typeface="Arial"/>
              </a:defRPr>
            </a:lvl7pPr>
            <a:lvl8pPr algn="l">
              <a:defRPr sz="1875" b="1">
                <a:solidFill>
                  <a:srgbClr val="166534"/>
                </a:solidFill>
                <a:latin typeface="Arial"/>
                <a:ea typeface="Arial"/>
                <a:cs typeface="Arial"/>
              </a:defRPr>
            </a:lvl8pPr>
            <a:lvl9pPr algn="l">
              <a:defRPr sz="1875" b="1">
                <a:solidFill>
                  <a:srgbClr val="166534"/>
                </a:solidFill>
                <a:latin typeface="Arial"/>
                <a:ea typeface="Arial"/>
                <a:cs typeface="Arial"/>
              </a:defRPr>
            </a:lvl9pPr>
          </a:lstStyle>
          <a:p xmlns:a="http://schemas.openxmlformats.org/drawingml/2006/main">
            <a:pPr algn="l">
              <a:defRPr sz="1875" b="1">
                <a:solidFill>
                  <a:srgbClr val="166534"/>
                </a:solidFill>
                <a:latin typeface="Arial"/>
                <a:ea typeface="Arial"/>
                <a:cs typeface="Arial"/>
              </a:defRPr>
            </a:pPr>
            <a:r>
              <a:rPr sz="1875" b="1">
                <a:solidFill>
                  <a:srgbClr val="166534"/>
                </a:solidFill>
                <a:latin typeface="Arial"/>
                <a:ea typeface="Arial"/>
                <a:cs typeface="Arial"/>
              </a:rPr>
              <a:t>Pratinjau tersedia untuk desktop dan ponsel</a:t>
            </a:r>
          </a:p>
        </p:txBody>
      </p:sp>
    </p:spTree>
    <p:extLst>
      <p:ext uri="{BB962C8B-B14F-4D97-AF65-F5344CB8AC3E}">
        <p14:creationId xmlns:p14="http://schemas.microsoft.com/office/powerpoint/2010/main" val="136107269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Pesan, rekap, dan akun pengurus">
            <a:extLst xmlns:a="http://schemas.openxmlformats.org/drawingml/2006/main">
              <a:ext uri="{FF2B5EF4-FFF2-40B4-BE49-F238E27FC236}">
                <a16:creationId xmlns:a16="http://schemas.microsoft.com/office/drawing/2014/main" id="{671E9868-D6F5-472D-B182-8AA47EF29170}"/>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Pesan, rekap, dan akun pengurus</a:t>
            </a:r>
          </a:p>
        </p:txBody>
      </p:sp>
      <p:sp>
        <p:nvSpPr>
          <p:cNvPr id="2" name="09 / 10">
            <a:extLst xmlns:a="http://schemas.openxmlformats.org/drawingml/2006/main">
              <a:ext uri="{FF2B5EF4-FFF2-40B4-BE49-F238E27FC236}">
                <a16:creationId xmlns:a16="http://schemas.microsoft.com/office/drawing/2014/main" id="{C05AD7B7-0591-4839-A297-D1DC3AFEACA8}"/>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09 / 10</a:t>
            </a:r>
          </a:p>
        </p:txBody>
      </p:sp>
      <p:sp>
        <p:nvSpPr>
          <p:cNvPr id="3" name="Pesan masuk">
            <a:extLst xmlns:a="http://schemas.openxmlformats.org/drawingml/2006/main">
              <a:ext uri="{FF2B5EF4-FFF2-40B4-BE49-F238E27FC236}">
                <a16:creationId xmlns:a16="http://schemas.microsoft.com/office/drawing/2014/main" id="{F73CBBCE-5815-4819-9C0A-58E30B364D06}"/>
              </a:ext>
            </a:extLst>
          </p:cNvPr>
          <p:cNvSpPr>
            <a:spLocks xmlns:a="http://schemas.openxmlformats.org/drawingml/2006/main" noGrp="1"/>
          </p:cNvSpPr>
          <p:nvPr/>
        </p:nvSpPr>
        <p:spPr>
          <a:xfrm xmlns:a="http://schemas.openxmlformats.org/drawingml/2006/main">
            <a:off x="609600" y="171450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Pesan masuk</a:t>
            </a:r>
          </a:p>
        </p:txBody>
      </p:sp>
      <p:sp>
        <p:nvSpPr>
          <p:cNvPr id="4" name="Baca pesan, tindak lanjuti,&#10;lalu ubah statusnya.">
            <a:extLst xmlns:a="http://schemas.openxmlformats.org/drawingml/2006/main">
              <a:ext uri="{FF2B5EF4-FFF2-40B4-BE49-F238E27FC236}">
                <a16:creationId xmlns:a16="http://schemas.microsoft.com/office/drawing/2014/main" id="{564B06A8-28DD-4E29-8477-4A94C319F87C}"/>
              </a:ext>
            </a:extLst>
          </p:cNvPr>
          <p:cNvSpPr>
            <a:spLocks xmlns:a="http://schemas.openxmlformats.org/drawingml/2006/main" noGrp="1"/>
          </p:cNvSpPr>
          <p:nvPr/>
        </p:nvSpPr>
        <p:spPr>
          <a:xfrm xmlns:a="http://schemas.openxmlformats.org/drawingml/2006/main">
            <a:off x="609600" y="21717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253E30"/>
                </a:solidFill>
                <a:latin typeface="Arial"/>
                <a:ea typeface="Arial"/>
                <a:cs typeface="Arial"/>
              </a:defRPr>
            </a:defPPr>
            <a:lvl1pPr algn="l">
              <a:defRPr sz="2025" b="0">
                <a:solidFill>
                  <a:srgbClr val="253E30"/>
                </a:solidFill>
                <a:latin typeface="Arial"/>
                <a:ea typeface="Arial"/>
                <a:cs typeface="Arial"/>
              </a:defRPr>
            </a:lvl1pPr>
            <a:lvl2pPr algn="l">
              <a:defRPr sz="2025" b="0">
                <a:solidFill>
                  <a:srgbClr val="253E30"/>
                </a:solidFill>
                <a:latin typeface="Arial"/>
                <a:ea typeface="Arial"/>
                <a:cs typeface="Arial"/>
              </a:defRPr>
            </a:lvl2pPr>
            <a:lvl3pPr algn="l">
              <a:defRPr sz="2025" b="0">
                <a:solidFill>
                  <a:srgbClr val="253E30"/>
                </a:solidFill>
                <a:latin typeface="Arial"/>
                <a:ea typeface="Arial"/>
                <a:cs typeface="Arial"/>
              </a:defRPr>
            </a:lvl3pPr>
            <a:lvl4pPr algn="l">
              <a:defRPr sz="2025" b="0">
                <a:solidFill>
                  <a:srgbClr val="253E30"/>
                </a:solidFill>
                <a:latin typeface="Arial"/>
                <a:ea typeface="Arial"/>
                <a:cs typeface="Arial"/>
              </a:defRPr>
            </a:lvl4pPr>
            <a:lvl5pPr algn="l">
              <a:defRPr sz="2025" b="0">
                <a:solidFill>
                  <a:srgbClr val="253E30"/>
                </a:solidFill>
                <a:latin typeface="Arial"/>
                <a:ea typeface="Arial"/>
                <a:cs typeface="Arial"/>
              </a:defRPr>
            </a:lvl5pPr>
            <a:lvl6pPr algn="l">
              <a:defRPr sz="2025" b="0">
                <a:solidFill>
                  <a:srgbClr val="253E30"/>
                </a:solidFill>
                <a:latin typeface="Arial"/>
                <a:ea typeface="Arial"/>
                <a:cs typeface="Arial"/>
              </a:defRPr>
            </a:lvl6pPr>
            <a:lvl7pPr algn="l">
              <a:defRPr sz="2025" b="0">
                <a:solidFill>
                  <a:srgbClr val="253E30"/>
                </a:solidFill>
                <a:latin typeface="Arial"/>
                <a:ea typeface="Arial"/>
                <a:cs typeface="Arial"/>
              </a:defRPr>
            </a:lvl7pPr>
            <a:lvl8pPr algn="l">
              <a:defRPr sz="2025" b="0">
                <a:solidFill>
                  <a:srgbClr val="253E30"/>
                </a:solidFill>
                <a:latin typeface="Arial"/>
                <a:ea typeface="Arial"/>
                <a:cs typeface="Arial"/>
              </a:defRPr>
            </a:lvl8pPr>
            <a:lvl9pPr algn="l">
              <a:defRPr sz="2025" b="0">
                <a:solidFill>
                  <a:srgbClr val="253E30"/>
                </a:solidFill>
                <a:latin typeface="Arial"/>
                <a:ea typeface="Arial"/>
                <a:cs typeface="Arial"/>
              </a:defRPr>
            </a:lvl9pPr>
          </a:lstStyle>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Baca pesan, tindak lanjuti,</a:t>
            </a:r>
          </a:p>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lalu ubah statusnya.</a:t>
            </a:r>
          </a:p>
        </p:txBody>
      </p:sp>
      <p:sp>
        <p:nvSpPr>
          <p:cNvPr id="5" name="Rekap pendaftaran dan donasi">
            <a:extLst xmlns:a="http://schemas.openxmlformats.org/drawingml/2006/main">
              <a:ext uri="{FF2B5EF4-FFF2-40B4-BE49-F238E27FC236}">
                <a16:creationId xmlns:a16="http://schemas.microsoft.com/office/drawing/2014/main" id="{80CC8D5D-652F-492A-A75F-B8A3B19FDD34}"/>
              </a:ext>
            </a:extLst>
          </p:cNvPr>
          <p:cNvSpPr>
            <a:spLocks xmlns:a="http://schemas.openxmlformats.org/drawingml/2006/main" noGrp="1"/>
          </p:cNvSpPr>
          <p:nvPr/>
        </p:nvSpPr>
        <p:spPr>
          <a:xfrm xmlns:a="http://schemas.openxmlformats.org/drawingml/2006/main">
            <a:off x="609600" y="3429000"/>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250" b="1">
                <a:solidFill>
                  <a:srgbClr val="166534"/>
                </a:solidFill>
                <a:latin typeface="Arial"/>
                <a:ea typeface="Arial"/>
                <a:cs typeface="Arial"/>
              </a:defRPr>
            </a:defPPr>
            <a:lvl1pPr algn="l">
              <a:defRPr sz="2250" b="1">
                <a:solidFill>
                  <a:srgbClr val="166534"/>
                </a:solidFill>
                <a:latin typeface="Arial"/>
                <a:ea typeface="Arial"/>
                <a:cs typeface="Arial"/>
              </a:defRPr>
            </a:lvl1pPr>
            <a:lvl2pPr algn="l">
              <a:defRPr sz="2250" b="1">
                <a:solidFill>
                  <a:srgbClr val="166534"/>
                </a:solidFill>
                <a:latin typeface="Arial"/>
                <a:ea typeface="Arial"/>
                <a:cs typeface="Arial"/>
              </a:defRPr>
            </a:lvl2pPr>
            <a:lvl3pPr algn="l">
              <a:defRPr sz="2250" b="1">
                <a:solidFill>
                  <a:srgbClr val="166534"/>
                </a:solidFill>
                <a:latin typeface="Arial"/>
                <a:ea typeface="Arial"/>
                <a:cs typeface="Arial"/>
              </a:defRPr>
            </a:lvl3pPr>
            <a:lvl4pPr algn="l">
              <a:defRPr sz="2250" b="1">
                <a:solidFill>
                  <a:srgbClr val="166534"/>
                </a:solidFill>
                <a:latin typeface="Arial"/>
                <a:ea typeface="Arial"/>
                <a:cs typeface="Arial"/>
              </a:defRPr>
            </a:lvl4pPr>
            <a:lvl5pPr algn="l">
              <a:defRPr sz="2250" b="1">
                <a:solidFill>
                  <a:srgbClr val="166534"/>
                </a:solidFill>
                <a:latin typeface="Arial"/>
                <a:ea typeface="Arial"/>
                <a:cs typeface="Arial"/>
              </a:defRPr>
            </a:lvl5pPr>
            <a:lvl6pPr algn="l">
              <a:defRPr sz="2250" b="1">
                <a:solidFill>
                  <a:srgbClr val="166534"/>
                </a:solidFill>
                <a:latin typeface="Arial"/>
                <a:ea typeface="Arial"/>
                <a:cs typeface="Arial"/>
              </a:defRPr>
            </a:lvl6pPr>
            <a:lvl7pPr algn="l">
              <a:defRPr sz="2250" b="1">
                <a:solidFill>
                  <a:srgbClr val="166534"/>
                </a:solidFill>
                <a:latin typeface="Arial"/>
                <a:ea typeface="Arial"/>
                <a:cs typeface="Arial"/>
              </a:defRPr>
            </a:lvl7pPr>
            <a:lvl8pPr algn="l">
              <a:defRPr sz="2250" b="1">
                <a:solidFill>
                  <a:srgbClr val="166534"/>
                </a:solidFill>
                <a:latin typeface="Arial"/>
                <a:ea typeface="Arial"/>
                <a:cs typeface="Arial"/>
              </a:defRPr>
            </a:lvl8pPr>
            <a:lvl9pPr algn="l">
              <a:defRPr sz="2250" b="1">
                <a:solidFill>
                  <a:srgbClr val="166534"/>
                </a:solidFill>
                <a:latin typeface="Arial"/>
                <a:ea typeface="Arial"/>
                <a:cs typeface="Arial"/>
              </a:defRPr>
            </a:lvl9pPr>
          </a:lstStyle>
          <a:p xmlns:a="http://schemas.openxmlformats.org/drawingml/2006/main">
            <a:pPr algn="l">
              <a:defRPr sz="2250" b="1">
                <a:solidFill>
                  <a:srgbClr val="166534"/>
                </a:solidFill>
                <a:latin typeface="Arial"/>
                <a:ea typeface="Arial"/>
                <a:cs typeface="Arial"/>
              </a:defRPr>
            </a:pPr>
            <a:r>
              <a:rPr sz="2250" b="1">
                <a:solidFill>
                  <a:srgbClr val="166534"/>
                </a:solidFill>
                <a:latin typeface="Arial"/>
                <a:ea typeface="Arial"/>
                <a:cs typeface="Arial"/>
              </a:rPr>
              <a:t>Rekap pendaftaran dan donasi</a:t>
            </a:r>
          </a:p>
        </p:txBody>
      </p:sp>
      <p:sp>
        <p:nvSpPr>
          <p:cNvPr id="6" name="Buka Google Sheets yang diizinkan.&#10;Cocokkan bukti donasi den">
            <a:extLst xmlns:a="http://schemas.openxmlformats.org/drawingml/2006/main">
              <a:ext uri="{FF2B5EF4-FFF2-40B4-BE49-F238E27FC236}">
                <a16:creationId xmlns:a16="http://schemas.microsoft.com/office/drawing/2014/main" id="{B1FA7EC6-F704-4ACF-844C-05A54D65A7D4}"/>
              </a:ext>
            </a:extLst>
          </p:cNvPr>
          <p:cNvSpPr>
            <a:spLocks xmlns:a="http://schemas.openxmlformats.org/drawingml/2006/main" noGrp="1"/>
          </p:cNvSpPr>
          <p:nvPr/>
        </p:nvSpPr>
        <p:spPr>
          <a:xfrm xmlns:a="http://schemas.openxmlformats.org/drawingml/2006/main">
            <a:off x="609600" y="388620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025" b="0">
                <a:solidFill>
                  <a:srgbClr val="253E30"/>
                </a:solidFill>
                <a:latin typeface="Arial"/>
                <a:ea typeface="Arial"/>
                <a:cs typeface="Arial"/>
              </a:defRPr>
            </a:defPPr>
            <a:lvl1pPr algn="l">
              <a:defRPr sz="2025" b="0">
                <a:solidFill>
                  <a:srgbClr val="253E30"/>
                </a:solidFill>
                <a:latin typeface="Arial"/>
                <a:ea typeface="Arial"/>
                <a:cs typeface="Arial"/>
              </a:defRPr>
            </a:lvl1pPr>
            <a:lvl2pPr algn="l">
              <a:defRPr sz="2025" b="0">
                <a:solidFill>
                  <a:srgbClr val="253E30"/>
                </a:solidFill>
                <a:latin typeface="Arial"/>
                <a:ea typeface="Arial"/>
                <a:cs typeface="Arial"/>
              </a:defRPr>
            </a:lvl2pPr>
            <a:lvl3pPr algn="l">
              <a:defRPr sz="2025" b="0">
                <a:solidFill>
                  <a:srgbClr val="253E30"/>
                </a:solidFill>
                <a:latin typeface="Arial"/>
                <a:ea typeface="Arial"/>
                <a:cs typeface="Arial"/>
              </a:defRPr>
            </a:lvl3pPr>
            <a:lvl4pPr algn="l">
              <a:defRPr sz="2025" b="0">
                <a:solidFill>
                  <a:srgbClr val="253E30"/>
                </a:solidFill>
                <a:latin typeface="Arial"/>
                <a:ea typeface="Arial"/>
                <a:cs typeface="Arial"/>
              </a:defRPr>
            </a:lvl4pPr>
            <a:lvl5pPr algn="l">
              <a:defRPr sz="2025" b="0">
                <a:solidFill>
                  <a:srgbClr val="253E30"/>
                </a:solidFill>
                <a:latin typeface="Arial"/>
                <a:ea typeface="Arial"/>
                <a:cs typeface="Arial"/>
              </a:defRPr>
            </a:lvl5pPr>
            <a:lvl6pPr algn="l">
              <a:defRPr sz="2025" b="0">
                <a:solidFill>
                  <a:srgbClr val="253E30"/>
                </a:solidFill>
                <a:latin typeface="Arial"/>
                <a:ea typeface="Arial"/>
                <a:cs typeface="Arial"/>
              </a:defRPr>
            </a:lvl6pPr>
            <a:lvl7pPr algn="l">
              <a:defRPr sz="2025" b="0">
                <a:solidFill>
                  <a:srgbClr val="253E30"/>
                </a:solidFill>
                <a:latin typeface="Arial"/>
                <a:ea typeface="Arial"/>
                <a:cs typeface="Arial"/>
              </a:defRPr>
            </a:lvl7pPr>
            <a:lvl8pPr algn="l">
              <a:defRPr sz="2025" b="0">
                <a:solidFill>
                  <a:srgbClr val="253E30"/>
                </a:solidFill>
                <a:latin typeface="Arial"/>
                <a:ea typeface="Arial"/>
                <a:cs typeface="Arial"/>
              </a:defRPr>
            </a:lvl8pPr>
            <a:lvl9pPr algn="l">
              <a:defRPr sz="2025" b="0">
                <a:solidFill>
                  <a:srgbClr val="253E30"/>
                </a:solidFill>
                <a:latin typeface="Arial"/>
                <a:ea typeface="Arial"/>
                <a:cs typeface="Arial"/>
              </a:defRPr>
            </a:lvl9pPr>
          </a:lstStyle>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Buka Google Sheets yang diizinkan.</a:t>
            </a:r>
          </a:p>
          <a:p xmlns:a="http://schemas.openxmlformats.org/drawingml/2006/main">
            <a:pPr algn="l">
              <a:defRPr sz="2025" b="0">
                <a:solidFill>
                  <a:srgbClr val="253E30"/>
                </a:solidFill>
                <a:latin typeface="Arial"/>
                <a:ea typeface="Arial"/>
                <a:cs typeface="Arial"/>
              </a:defRPr>
            </a:pPr>
            <a:r>
              <a:rPr sz="2025" b="0">
                <a:solidFill>
                  <a:srgbClr val="253E30"/>
                </a:solidFill>
                <a:latin typeface="Arial"/>
                <a:ea typeface="Arial"/>
                <a:cs typeface="Arial"/>
              </a:rPr>
              <a:t>Cocokkan bukti donasi dengan transfer.</a:t>
            </a:r>
          </a:p>
        </p:txBody>
      </p:sp>
      <p:sp>
        <p:nvSpPr>
          <p:cNvPr id="7" name="Rekap donasi dapat diunduh&#10;sebagai Excel (.xlsx).">
            <a:extLst xmlns:a="http://schemas.openxmlformats.org/drawingml/2006/main">
              <a:ext uri="{FF2B5EF4-FFF2-40B4-BE49-F238E27FC236}">
                <a16:creationId xmlns:a16="http://schemas.microsoft.com/office/drawing/2014/main" id="{73BB50D4-53CE-4636-8B7B-44A9DC2E105B}"/>
              </a:ext>
            </a:extLst>
          </p:cNvPr>
          <p:cNvSpPr>
            <a:spLocks xmlns:a="http://schemas.openxmlformats.org/drawingml/2006/main" noGrp="1"/>
          </p:cNvSpPr>
          <p:nvPr/>
        </p:nvSpPr>
        <p:spPr>
          <a:xfrm xmlns:a="http://schemas.openxmlformats.org/drawingml/2006/main">
            <a:off x="609600" y="5324475"/>
            <a:ext cx="5048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1">
                <a:solidFill>
                  <a:srgbClr val="166534"/>
                </a:solidFill>
                <a:latin typeface="Arial"/>
                <a:ea typeface="Arial"/>
                <a:cs typeface="Arial"/>
              </a:defRPr>
            </a:defPPr>
            <a:lvl1pPr algn="l">
              <a:defRPr sz="1950" b="1">
                <a:solidFill>
                  <a:srgbClr val="166534"/>
                </a:solidFill>
                <a:latin typeface="Arial"/>
                <a:ea typeface="Arial"/>
                <a:cs typeface="Arial"/>
              </a:defRPr>
            </a:lvl1pPr>
            <a:lvl2pPr algn="l">
              <a:defRPr sz="1950" b="1">
                <a:solidFill>
                  <a:srgbClr val="166534"/>
                </a:solidFill>
                <a:latin typeface="Arial"/>
                <a:ea typeface="Arial"/>
                <a:cs typeface="Arial"/>
              </a:defRPr>
            </a:lvl2pPr>
            <a:lvl3pPr algn="l">
              <a:defRPr sz="1950" b="1">
                <a:solidFill>
                  <a:srgbClr val="166534"/>
                </a:solidFill>
                <a:latin typeface="Arial"/>
                <a:ea typeface="Arial"/>
                <a:cs typeface="Arial"/>
              </a:defRPr>
            </a:lvl3pPr>
            <a:lvl4pPr algn="l">
              <a:defRPr sz="1950" b="1">
                <a:solidFill>
                  <a:srgbClr val="166534"/>
                </a:solidFill>
                <a:latin typeface="Arial"/>
                <a:ea typeface="Arial"/>
                <a:cs typeface="Arial"/>
              </a:defRPr>
            </a:lvl4pPr>
            <a:lvl5pPr algn="l">
              <a:defRPr sz="1950" b="1">
                <a:solidFill>
                  <a:srgbClr val="166534"/>
                </a:solidFill>
                <a:latin typeface="Arial"/>
                <a:ea typeface="Arial"/>
                <a:cs typeface="Arial"/>
              </a:defRPr>
            </a:lvl5pPr>
            <a:lvl6pPr algn="l">
              <a:defRPr sz="1950" b="1">
                <a:solidFill>
                  <a:srgbClr val="166534"/>
                </a:solidFill>
                <a:latin typeface="Arial"/>
                <a:ea typeface="Arial"/>
                <a:cs typeface="Arial"/>
              </a:defRPr>
            </a:lvl6pPr>
            <a:lvl7pPr algn="l">
              <a:defRPr sz="1950" b="1">
                <a:solidFill>
                  <a:srgbClr val="166534"/>
                </a:solidFill>
                <a:latin typeface="Arial"/>
                <a:ea typeface="Arial"/>
                <a:cs typeface="Arial"/>
              </a:defRPr>
            </a:lvl7pPr>
            <a:lvl8pPr algn="l">
              <a:defRPr sz="1950" b="1">
                <a:solidFill>
                  <a:srgbClr val="166534"/>
                </a:solidFill>
                <a:latin typeface="Arial"/>
                <a:ea typeface="Arial"/>
                <a:cs typeface="Arial"/>
              </a:defRPr>
            </a:lvl8pPr>
            <a:lvl9pPr algn="l">
              <a:defRPr sz="1950" b="1">
                <a:solidFill>
                  <a:srgbClr val="166534"/>
                </a:solidFill>
                <a:latin typeface="Arial"/>
                <a:ea typeface="Arial"/>
                <a:cs typeface="Arial"/>
              </a:defRPr>
            </a:lvl9pPr>
          </a:lstStyle>
          <a:p xmlns:a="http://schemas.openxmlformats.org/drawingml/2006/main">
            <a:pPr algn="l">
              <a:defRPr sz="1950" b="1">
                <a:solidFill>
                  <a:srgbClr val="166534"/>
                </a:solidFill>
                <a:latin typeface="Arial"/>
                <a:ea typeface="Arial"/>
                <a:cs typeface="Arial"/>
              </a:defRPr>
            </a:pPr>
            <a:r>
              <a:rPr sz="1950" b="1">
                <a:solidFill>
                  <a:srgbClr val="166534"/>
                </a:solidFill>
                <a:latin typeface="Arial"/>
                <a:ea typeface="Arial"/>
                <a:cs typeface="Arial"/>
              </a:rPr>
              <a:t>Rekap donasi dapat diunduh</a:t>
            </a:r>
          </a:p>
          <a:p xmlns:a="http://schemas.openxmlformats.org/drawingml/2006/main">
            <a:pPr algn="l">
              <a:defRPr sz="1950" b="1">
                <a:solidFill>
                  <a:srgbClr val="166534"/>
                </a:solidFill>
                <a:latin typeface="Arial"/>
                <a:ea typeface="Arial"/>
                <a:cs typeface="Arial"/>
              </a:defRPr>
            </a:pPr>
            <a:r>
              <a:rPr sz="1950" b="1">
                <a:solidFill>
                  <a:srgbClr val="166534"/>
                </a:solidFill>
                <a:latin typeface="Arial"/>
                <a:ea typeface="Arial"/>
                <a:cs typeface="Arial"/>
              </a:rPr>
              <a:t>sebagai Excel (.xlsx).</a:t>
            </a:r>
          </a:p>
        </p:txBody>
      </p:sp>
      <p:pic>
        <p:nvPicPr>
          <p:cNvPr id="8" name="">
            <a:extLst xmlns:a="http://schemas.openxmlformats.org/drawingml/2006/main">
              <a:ext uri="{FF2B5EF4-FFF2-40B4-BE49-F238E27FC236}">
                <a16:creationId xmlns:a16="http://schemas.microsoft.com/office/drawing/2014/main" id="{BE50CEC6-84BB-481D-87C4-F9CF867D3851}"/>
              </a:ext>
            </a:extLst>
          </p:cNvPr>
          <p:cNvPicPr>
            <a:picLocks xmlns:a="http://schemas.openxmlformats.org/drawingml/2006/main" noChangeAspect="1"/>
          </p:cNvPicPr>
          <p:nvPr/>
        </p:nvPicPr>
        <p:blipFill>
          <a:blip xmlns:r="http://schemas.openxmlformats.org/officeDocument/2006/relationships" xmlns:a="http://schemas.openxmlformats.org/drawingml/2006/main" r:embed="R72632840dd6f4812"/>
          <a:srcRect xmlns:a="http://schemas.openxmlformats.org/drawingml/2006/main" l="30729" t="36822" r="30573" b="29264"/>
          <a:stretch xmlns:a="http://schemas.openxmlformats.org/drawingml/2006/main"/>
        </p:blipFill>
        <p:spPr>
          <a:xfrm xmlns:a="http://schemas.openxmlformats.org/drawingml/2006/main">
            <a:off x="6115050" y="2114550"/>
            <a:ext cx="5457825" cy="2570981"/>
          </a:xfrm>
          <a:prstGeom xmlns:a="http://schemas.openxmlformats.org/drawingml/2006/main" prst="rect">
            <a:avLst/>
          </a:prstGeom>
        </p:spPr>
      </p:pic>
      <p:sp>
        <p:nvSpPr>
          <p:cNvPr id="9" name="Akun pengurus">
            <a:extLst xmlns:a="http://schemas.openxmlformats.org/drawingml/2006/main">
              <a:ext uri="{FF2B5EF4-FFF2-40B4-BE49-F238E27FC236}">
                <a16:creationId xmlns:a16="http://schemas.microsoft.com/office/drawing/2014/main" id="{2B3CD848-FEAF-40F6-9B68-03BEDAE75AA9}"/>
              </a:ext>
            </a:extLst>
          </p:cNvPr>
          <p:cNvSpPr>
            <a:spLocks xmlns:a="http://schemas.openxmlformats.org/drawingml/2006/main" noGrp="1"/>
          </p:cNvSpPr>
          <p:nvPr/>
        </p:nvSpPr>
        <p:spPr>
          <a:xfrm xmlns:a="http://schemas.openxmlformats.org/drawingml/2006/main">
            <a:off x="6115050" y="4943475"/>
            <a:ext cx="54578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325" b="1">
                <a:solidFill>
                  <a:srgbClr val="166534"/>
                </a:solidFill>
                <a:latin typeface="Arial"/>
                <a:ea typeface="Arial"/>
                <a:cs typeface="Arial"/>
              </a:defRPr>
            </a:defPPr>
            <a:lvl1pPr algn="l">
              <a:defRPr sz="2325" b="1">
                <a:solidFill>
                  <a:srgbClr val="166534"/>
                </a:solidFill>
                <a:latin typeface="Arial"/>
                <a:ea typeface="Arial"/>
                <a:cs typeface="Arial"/>
              </a:defRPr>
            </a:lvl1pPr>
            <a:lvl2pPr algn="l">
              <a:defRPr sz="2325" b="1">
                <a:solidFill>
                  <a:srgbClr val="166534"/>
                </a:solidFill>
                <a:latin typeface="Arial"/>
                <a:ea typeface="Arial"/>
                <a:cs typeface="Arial"/>
              </a:defRPr>
            </a:lvl2pPr>
            <a:lvl3pPr algn="l">
              <a:defRPr sz="2325" b="1">
                <a:solidFill>
                  <a:srgbClr val="166534"/>
                </a:solidFill>
                <a:latin typeface="Arial"/>
                <a:ea typeface="Arial"/>
                <a:cs typeface="Arial"/>
              </a:defRPr>
            </a:lvl3pPr>
            <a:lvl4pPr algn="l">
              <a:defRPr sz="2325" b="1">
                <a:solidFill>
                  <a:srgbClr val="166534"/>
                </a:solidFill>
                <a:latin typeface="Arial"/>
                <a:ea typeface="Arial"/>
                <a:cs typeface="Arial"/>
              </a:defRPr>
            </a:lvl4pPr>
            <a:lvl5pPr algn="l">
              <a:defRPr sz="2325" b="1">
                <a:solidFill>
                  <a:srgbClr val="166534"/>
                </a:solidFill>
                <a:latin typeface="Arial"/>
                <a:ea typeface="Arial"/>
                <a:cs typeface="Arial"/>
              </a:defRPr>
            </a:lvl5pPr>
            <a:lvl6pPr algn="l">
              <a:defRPr sz="2325" b="1">
                <a:solidFill>
                  <a:srgbClr val="166534"/>
                </a:solidFill>
                <a:latin typeface="Arial"/>
                <a:ea typeface="Arial"/>
                <a:cs typeface="Arial"/>
              </a:defRPr>
            </a:lvl6pPr>
            <a:lvl7pPr algn="l">
              <a:defRPr sz="2325" b="1">
                <a:solidFill>
                  <a:srgbClr val="166534"/>
                </a:solidFill>
                <a:latin typeface="Arial"/>
                <a:ea typeface="Arial"/>
                <a:cs typeface="Arial"/>
              </a:defRPr>
            </a:lvl7pPr>
            <a:lvl8pPr algn="l">
              <a:defRPr sz="2325" b="1">
                <a:solidFill>
                  <a:srgbClr val="166534"/>
                </a:solidFill>
                <a:latin typeface="Arial"/>
                <a:ea typeface="Arial"/>
                <a:cs typeface="Arial"/>
              </a:defRPr>
            </a:lvl8pPr>
            <a:lvl9pPr algn="l">
              <a:defRPr sz="2325" b="1">
                <a:solidFill>
                  <a:srgbClr val="166534"/>
                </a:solidFill>
                <a:latin typeface="Arial"/>
                <a:ea typeface="Arial"/>
                <a:cs typeface="Arial"/>
              </a:defRPr>
            </a:lvl9pPr>
          </a:lstStyle>
          <a:p xmlns:a="http://schemas.openxmlformats.org/drawingml/2006/main">
            <a:pPr algn="l">
              <a:defRPr sz="2325" b="1">
                <a:solidFill>
                  <a:srgbClr val="166534"/>
                </a:solidFill>
                <a:latin typeface="Arial"/>
                <a:ea typeface="Arial"/>
                <a:cs typeface="Arial"/>
              </a:defRPr>
            </a:pPr>
            <a:r>
              <a:rPr sz="2325" b="1">
                <a:solidFill>
                  <a:srgbClr val="166534"/>
                </a:solidFill>
                <a:latin typeface="Arial"/>
                <a:ea typeface="Arial"/>
                <a:cs typeface="Arial"/>
              </a:rPr>
              <a:t>Akun pengurus</a:t>
            </a:r>
          </a:p>
        </p:txBody>
      </p:sp>
      <p:sp>
        <p:nvSpPr>
          <p:cNvPr id="10" name="Admin mengatur peran dan status aktif.&#10;Hak akses Google diat">
            <a:extLst xmlns:a="http://schemas.openxmlformats.org/drawingml/2006/main">
              <a:ext uri="{FF2B5EF4-FFF2-40B4-BE49-F238E27FC236}">
                <a16:creationId xmlns:a16="http://schemas.microsoft.com/office/drawing/2014/main" id="{B2D015A7-887D-4675-84F6-75A75FCF7A66}"/>
              </a:ext>
            </a:extLst>
          </p:cNvPr>
          <p:cNvSpPr>
            <a:spLocks xmlns:a="http://schemas.openxmlformats.org/drawingml/2006/main" noGrp="1"/>
          </p:cNvSpPr>
          <p:nvPr/>
        </p:nvSpPr>
        <p:spPr>
          <a:xfrm xmlns:a="http://schemas.openxmlformats.org/drawingml/2006/main">
            <a:off x="6115050" y="5486400"/>
            <a:ext cx="5457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950" b="0">
                <a:solidFill>
                  <a:srgbClr val="253E30"/>
                </a:solidFill>
                <a:latin typeface="Arial"/>
                <a:ea typeface="Arial"/>
                <a:cs typeface="Arial"/>
              </a:defRPr>
            </a:defPPr>
            <a:lvl1pPr algn="l">
              <a:defRPr sz="1950" b="0">
                <a:solidFill>
                  <a:srgbClr val="253E30"/>
                </a:solidFill>
                <a:latin typeface="Arial"/>
                <a:ea typeface="Arial"/>
                <a:cs typeface="Arial"/>
              </a:defRPr>
            </a:lvl1pPr>
            <a:lvl2pPr algn="l">
              <a:defRPr sz="1950" b="0">
                <a:solidFill>
                  <a:srgbClr val="253E30"/>
                </a:solidFill>
                <a:latin typeface="Arial"/>
                <a:ea typeface="Arial"/>
                <a:cs typeface="Arial"/>
              </a:defRPr>
            </a:lvl2pPr>
            <a:lvl3pPr algn="l">
              <a:defRPr sz="1950" b="0">
                <a:solidFill>
                  <a:srgbClr val="253E30"/>
                </a:solidFill>
                <a:latin typeface="Arial"/>
                <a:ea typeface="Arial"/>
                <a:cs typeface="Arial"/>
              </a:defRPr>
            </a:lvl3pPr>
            <a:lvl4pPr algn="l">
              <a:defRPr sz="1950" b="0">
                <a:solidFill>
                  <a:srgbClr val="253E30"/>
                </a:solidFill>
                <a:latin typeface="Arial"/>
                <a:ea typeface="Arial"/>
                <a:cs typeface="Arial"/>
              </a:defRPr>
            </a:lvl4pPr>
            <a:lvl5pPr algn="l">
              <a:defRPr sz="1950" b="0">
                <a:solidFill>
                  <a:srgbClr val="253E30"/>
                </a:solidFill>
                <a:latin typeface="Arial"/>
                <a:ea typeface="Arial"/>
                <a:cs typeface="Arial"/>
              </a:defRPr>
            </a:lvl5pPr>
            <a:lvl6pPr algn="l">
              <a:defRPr sz="1950" b="0">
                <a:solidFill>
                  <a:srgbClr val="253E30"/>
                </a:solidFill>
                <a:latin typeface="Arial"/>
                <a:ea typeface="Arial"/>
                <a:cs typeface="Arial"/>
              </a:defRPr>
            </a:lvl6pPr>
            <a:lvl7pPr algn="l">
              <a:defRPr sz="1950" b="0">
                <a:solidFill>
                  <a:srgbClr val="253E30"/>
                </a:solidFill>
                <a:latin typeface="Arial"/>
                <a:ea typeface="Arial"/>
                <a:cs typeface="Arial"/>
              </a:defRPr>
            </a:lvl7pPr>
            <a:lvl8pPr algn="l">
              <a:defRPr sz="1950" b="0">
                <a:solidFill>
                  <a:srgbClr val="253E30"/>
                </a:solidFill>
                <a:latin typeface="Arial"/>
                <a:ea typeface="Arial"/>
                <a:cs typeface="Arial"/>
              </a:defRPr>
            </a:lvl8pPr>
            <a:lvl9pPr algn="l">
              <a:defRPr sz="1950" b="0">
                <a:solidFill>
                  <a:srgbClr val="253E30"/>
                </a:solidFill>
                <a:latin typeface="Arial"/>
                <a:ea typeface="Arial"/>
                <a:cs typeface="Arial"/>
              </a:defRPr>
            </a:lvl9pPr>
          </a:lstStyle>
          <a:p xmlns:a="http://schemas.openxmlformats.org/drawingml/2006/main">
            <a:pPr algn="l">
              <a:defRPr sz="1950" b="0">
                <a:solidFill>
                  <a:srgbClr val="253E30"/>
                </a:solidFill>
                <a:latin typeface="Arial"/>
                <a:ea typeface="Arial"/>
                <a:cs typeface="Arial"/>
              </a:defRPr>
            </a:pPr>
            <a:r>
              <a:rPr sz="1950" b="0">
                <a:solidFill>
                  <a:srgbClr val="253E30"/>
                </a:solidFill>
                <a:latin typeface="Arial"/>
                <a:ea typeface="Arial"/>
                <a:cs typeface="Arial"/>
              </a:rPr>
              <a:t>Admin mengatur peran dan status aktif.</a:t>
            </a:r>
          </a:p>
          <a:p xmlns:a="http://schemas.openxmlformats.org/drawingml/2006/main">
            <a:pPr algn="l">
              <a:defRPr sz="1950" b="0">
                <a:solidFill>
                  <a:srgbClr val="253E30"/>
                </a:solidFill>
                <a:latin typeface="Arial"/>
                <a:ea typeface="Arial"/>
                <a:cs typeface="Arial"/>
              </a:defRPr>
            </a:pPr>
            <a:r>
              <a:rPr sz="1950" b="0">
                <a:solidFill>
                  <a:srgbClr val="253E30"/>
                </a:solidFill>
                <a:latin typeface="Arial"/>
                <a:ea typeface="Arial"/>
                <a:cs typeface="Arial"/>
              </a:rPr>
              <a:t>Hak akses Google diatur terpisah.</a:t>
            </a:r>
          </a:p>
        </p:txBody>
      </p:sp>
    </p:spTree>
    <p:extLst>
      <p:ext uri="{BB962C8B-B14F-4D97-AF65-F5344CB8AC3E}">
        <p14:creationId xmlns:p14="http://schemas.microsoft.com/office/powerpoint/2010/main" val="155119514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ebelum selesai">
            <a:extLst xmlns:a="http://schemas.openxmlformats.org/drawingml/2006/main">
              <a:ext uri="{FF2B5EF4-FFF2-40B4-BE49-F238E27FC236}">
                <a16:creationId xmlns:a16="http://schemas.microsoft.com/office/drawing/2014/main" id="{BC04056B-0082-4A99-BE43-D6DB581C43BA}"/>
              </a:ext>
            </a:extLst>
          </p:cNvPr>
          <p:cNvSpPr>
            <a:spLocks xmlns:a="http://schemas.openxmlformats.org/drawingml/2006/main" noGrp="1"/>
          </p:cNvSpPr>
          <p:nvPr/>
        </p:nvSpPr>
        <p:spPr>
          <a:xfrm xmlns:a="http://schemas.openxmlformats.org/drawingml/2006/main">
            <a:off x="609600" y="45720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3450" b="1">
                <a:solidFill>
                  <a:srgbClr val="143D28"/>
                </a:solidFill>
                <a:latin typeface="Arial"/>
                <a:ea typeface="Arial"/>
                <a:cs typeface="Arial"/>
              </a:defRPr>
            </a:defPPr>
            <a:lvl1pPr algn="l">
              <a:defRPr sz="3450" b="1">
                <a:solidFill>
                  <a:srgbClr val="143D28"/>
                </a:solidFill>
                <a:latin typeface="Arial"/>
                <a:ea typeface="Arial"/>
                <a:cs typeface="Arial"/>
              </a:defRPr>
            </a:lvl1pPr>
            <a:lvl2pPr algn="l">
              <a:defRPr sz="3450" b="1">
                <a:solidFill>
                  <a:srgbClr val="143D28"/>
                </a:solidFill>
                <a:latin typeface="Arial"/>
                <a:ea typeface="Arial"/>
                <a:cs typeface="Arial"/>
              </a:defRPr>
            </a:lvl2pPr>
            <a:lvl3pPr algn="l">
              <a:defRPr sz="3450" b="1">
                <a:solidFill>
                  <a:srgbClr val="143D28"/>
                </a:solidFill>
                <a:latin typeface="Arial"/>
                <a:ea typeface="Arial"/>
                <a:cs typeface="Arial"/>
              </a:defRPr>
            </a:lvl3pPr>
            <a:lvl4pPr algn="l">
              <a:defRPr sz="3450" b="1">
                <a:solidFill>
                  <a:srgbClr val="143D28"/>
                </a:solidFill>
                <a:latin typeface="Arial"/>
                <a:ea typeface="Arial"/>
                <a:cs typeface="Arial"/>
              </a:defRPr>
            </a:lvl4pPr>
            <a:lvl5pPr algn="l">
              <a:defRPr sz="3450" b="1">
                <a:solidFill>
                  <a:srgbClr val="143D28"/>
                </a:solidFill>
                <a:latin typeface="Arial"/>
                <a:ea typeface="Arial"/>
                <a:cs typeface="Arial"/>
              </a:defRPr>
            </a:lvl5pPr>
            <a:lvl6pPr algn="l">
              <a:defRPr sz="3450" b="1">
                <a:solidFill>
                  <a:srgbClr val="143D28"/>
                </a:solidFill>
                <a:latin typeface="Arial"/>
                <a:ea typeface="Arial"/>
                <a:cs typeface="Arial"/>
              </a:defRPr>
            </a:lvl6pPr>
            <a:lvl7pPr algn="l">
              <a:defRPr sz="3450" b="1">
                <a:solidFill>
                  <a:srgbClr val="143D28"/>
                </a:solidFill>
                <a:latin typeface="Arial"/>
                <a:ea typeface="Arial"/>
                <a:cs typeface="Arial"/>
              </a:defRPr>
            </a:lvl7pPr>
            <a:lvl8pPr algn="l">
              <a:defRPr sz="3450" b="1">
                <a:solidFill>
                  <a:srgbClr val="143D28"/>
                </a:solidFill>
                <a:latin typeface="Arial"/>
                <a:ea typeface="Arial"/>
                <a:cs typeface="Arial"/>
              </a:defRPr>
            </a:lvl8pPr>
            <a:lvl9pPr algn="l">
              <a:defRPr sz="3450" b="1">
                <a:solidFill>
                  <a:srgbClr val="143D28"/>
                </a:solidFill>
                <a:latin typeface="Arial"/>
                <a:ea typeface="Arial"/>
                <a:cs typeface="Arial"/>
              </a:defRPr>
            </a:lvl9pPr>
          </a:lstStyle>
          <a:p xmlns:a="http://schemas.openxmlformats.org/drawingml/2006/main">
            <a:pPr algn="l">
              <a:defRPr sz="3450" b="1">
                <a:solidFill>
                  <a:srgbClr val="143D28"/>
                </a:solidFill>
                <a:latin typeface="Arial"/>
                <a:ea typeface="Arial"/>
                <a:cs typeface="Arial"/>
              </a:defRPr>
            </a:pPr>
            <a:r>
              <a:rPr sz="3450" b="1">
                <a:solidFill>
                  <a:srgbClr val="143D28"/>
                </a:solidFill>
                <a:latin typeface="Arial"/>
                <a:ea typeface="Arial"/>
                <a:cs typeface="Arial"/>
              </a:rPr>
              <a:t>Sebelum selesai</a:t>
            </a:r>
          </a:p>
        </p:txBody>
      </p:sp>
      <p:sp>
        <p:nvSpPr>
          <p:cNvPr id="2" name="10 / 10">
            <a:extLst xmlns:a="http://schemas.openxmlformats.org/drawingml/2006/main">
              <a:ext uri="{FF2B5EF4-FFF2-40B4-BE49-F238E27FC236}">
                <a16:creationId xmlns:a16="http://schemas.microsoft.com/office/drawing/2014/main" id="{DEB637EA-4C2F-4A80-8E08-DC45473F2822}"/>
              </a:ext>
            </a:extLst>
          </p:cNvPr>
          <p:cNvSpPr>
            <a:spLocks xmlns:a="http://schemas.openxmlformats.org/drawingml/2006/main" noGrp="1"/>
          </p:cNvSpPr>
          <p:nvPr/>
        </p:nvSpPr>
        <p:spPr>
          <a:xfrm xmlns:a="http://schemas.openxmlformats.org/drawingml/2006/main">
            <a:off x="10763250" y="6400800"/>
            <a:ext cx="857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1350" b="0">
                <a:solidFill>
                  <a:srgbClr val="52665A"/>
                </a:solidFill>
                <a:latin typeface="Arial"/>
                <a:ea typeface="Arial"/>
                <a:cs typeface="Arial"/>
              </a:defRPr>
            </a:defPPr>
            <a:lvl1pPr algn="l">
              <a:defRPr sz="1350" b="0">
                <a:solidFill>
                  <a:srgbClr val="52665A"/>
                </a:solidFill>
                <a:latin typeface="Arial"/>
                <a:ea typeface="Arial"/>
                <a:cs typeface="Arial"/>
              </a:defRPr>
            </a:lvl1pPr>
            <a:lvl2pPr algn="l">
              <a:defRPr sz="1350" b="0">
                <a:solidFill>
                  <a:srgbClr val="52665A"/>
                </a:solidFill>
                <a:latin typeface="Arial"/>
                <a:ea typeface="Arial"/>
                <a:cs typeface="Arial"/>
              </a:defRPr>
            </a:lvl2pPr>
            <a:lvl3pPr algn="l">
              <a:defRPr sz="1350" b="0">
                <a:solidFill>
                  <a:srgbClr val="52665A"/>
                </a:solidFill>
                <a:latin typeface="Arial"/>
                <a:ea typeface="Arial"/>
                <a:cs typeface="Arial"/>
              </a:defRPr>
            </a:lvl3pPr>
            <a:lvl4pPr algn="l">
              <a:defRPr sz="1350" b="0">
                <a:solidFill>
                  <a:srgbClr val="52665A"/>
                </a:solidFill>
                <a:latin typeface="Arial"/>
                <a:ea typeface="Arial"/>
                <a:cs typeface="Arial"/>
              </a:defRPr>
            </a:lvl4pPr>
            <a:lvl5pPr algn="l">
              <a:defRPr sz="1350" b="0">
                <a:solidFill>
                  <a:srgbClr val="52665A"/>
                </a:solidFill>
                <a:latin typeface="Arial"/>
                <a:ea typeface="Arial"/>
                <a:cs typeface="Arial"/>
              </a:defRPr>
            </a:lvl5pPr>
            <a:lvl6pPr algn="l">
              <a:defRPr sz="1350" b="0">
                <a:solidFill>
                  <a:srgbClr val="52665A"/>
                </a:solidFill>
                <a:latin typeface="Arial"/>
                <a:ea typeface="Arial"/>
                <a:cs typeface="Arial"/>
              </a:defRPr>
            </a:lvl6pPr>
            <a:lvl7pPr algn="l">
              <a:defRPr sz="1350" b="0">
                <a:solidFill>
                  <a:srgbClr val="52665A"/>
                </a:solidFill>
                <a:latin typeface="Arial"/>
                <a:ea typeface="Arial"/>
                <a:cs typeface="Arial"/>
              </a:defRPr>
            </a:lvl7pPr>
            <a:lvl8pPr algn="l">
              <a:defRPr sz="1350" b="0">
                <a:solidFill>
                  <a:srgbClr val="52665A"/>
                </a:solidFill>
                <a:latin typeface="Arial"/>
                <a:ea typeface="Arial"/>
                <a:cs typeface="Arial"/>
              </a:defRPr>
            </a:lvl8pPr>
            <a:lvl9pPr algn="l">
              <a:defRPr sz="1350" b="0">
                <a:solidFill>
                  <a:srgbClr val="52665A"/>
                </a:solidFill>
                <a:latin typeface="Arial"/>
                <a:ea typeface="Arial"/>
                <a:cs typeface="Arial"/>
              </a:defRPr>
            </a:lvl9pPr>
          </a:lstStyle>
          <a:p xmlns:a="http://schemas.openxmlformats.org/drawingml/2006/main">
            <a:pPr algn="l">
              <a:defRPr sz="1350" b="0">
                <a:solidFill>
                  <a:srgbClr val="52665A"/>
                </a:solidFill>
                <a:latin typeface="Arial"/>
                <a:ea typeface="Arial"/>
                <a:cs typeface="Arial"/>
              </a:defRPr>
            </a:pPr>
            <a:r>
              <a:rPr sz="1350" b="0">
                <a:solidFill>
                  <a:srgbClr val="52665A"/>
                </a:solidFill>
                <a:latin typeface="Arial"/>
                <a:ea typeface="Arial"/>
                <a:cs typeface="Arial"/>
              </a:rPr>
              <a:t>10 / 10</a:t>
            </a:r>
          </a:p>
        </p:txBody>
      </p:sp>
      <p:sp>
        <p:nvSpPr>
          <p:cNvPr id="3" name="1   Cek teks, foto, dan informasi penting">
            <a:extLst xmlns:a="http://schemas.openxmlformats.org/drawingml/2006/main">
              <a:ext uri="{FF2B5EF4-FFF2-40B4-BE49-F238E27FC236}">
                <a16:creationId xmlns:a16="http://schemas.microsoft.com/office/drawing/2014/main" id="{E7265857-C8D0-4C7C-A4C1-5DF601ABDB3E}"/>
              </a:ext>
            </a:extLst>
          </p:cNvPr>
          <p:cNvSpPr>
            <a:spLocks xmlns:a="http://schemas.openxmlformats.org/drawingml/2006/main" noGrp="1"/>
          </p:cNvSpPr>
          <p:nvPr/>
        </p:nvSpPr>
        <p:spPr>
          <a:xfrm xmlns:a="http://schemas.openxmlformats.org/drawingml/2006/main">
            <a:off x="609600" y="18573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0">
                <a:solidFill>
                  <a:srgbClr val="253E30"/>
                </a:solidFill>
                <a:latin typeface="Arial"/>
                <a:ea typeface="Arial"/>
                <a:cs typeface="Arial"/>
              </a:defRPr>
            </a:defPPr>
            <a:lvl1pPr algn="l">
              <a:defRPr sz="2550" b="0">
                <a:solidFill>
                  <a:srgbClr val="253E30"/>
                </a:solidFill>
                <a:latin typeface="Arial"/>
                <a:ea typeface="Arial"/>
                <a:cs typeface="Arial"/>
              </a:defRPr>
            </a:lvl1pPr>
            <a:lvl2pPr algn="l">
              <a:defRPr sz="2550" b="0">
                <a:solidFill>
                  <a:srgbClr val="253E30"/>
                </a:solidFill>
                <a:latin typeface="Arial"/>
                <a:ea typeface="Arial"/>
                <a:cs typeface="Arial"/>
              </a:defRPr>
            </a:lvl2pPr>
            <a:lvl3pPr algn="l">
              <a:defRPr sz="2550" b="0">
                <a:solidFill>
                  <a:srgbClr val="253E30"/>
                </a:solidFill>
                <a:latin typeface="Arial"/>
                <a:ea typeface="Arial"/>
                <a:cs typeface="Arial"/>
              </a:defRPr>
            </a:lvl3pPr>
            <a:lvl4pPr algn="l">
              <a:defRPr sz="2550" b="0">
                <a:solidFill>
                  <a:srgbClr val="253E30"/>
                </a:solidFill>
                <a:latin typeface="Arial"/>
                <a:ea typeface="Arial"/>
                <a:cs typeface="Arial"/>
              </a:defRPr>
            </a:lvl4pPr>
            <a:lvl5pPr algn="l">
              <a:defRPr sz="2550" b="0">
                <a:solidFill>
                  <a:srgbClr val="253E30"/>
                </a:solidFill>
                <a:latin typeface="Arial"/>
                <a:ea typeface="Arial"/>
                <a:cs typeface="Arial"/>
              </a:defRPr>
            </a:lvl5pPr>
            <a:lvl6pPr algn="l">
              <a:defRPr sz="2550" b="0">
                <a:solidFill>
                  <a:srgbClr val="253E30"/>
                </a:solidFill>
                <a:latin typeface="Arial"/>
                <a:ea typeface="Arial"/>
                <a:cs typeface="Arial"/>
              </a:defRPr>
            </a:lvl6pPr>
            <a:lvl7pPr algn="l">
              <a:defRPr sz="2550" b="0">
                <a:solidFill>
                  <a:srgbClr val="253E30"/>
                </a:solidFill>
                <a:latin typeface="Arial"/>
                <a:ea typeface="Arial"/>
                <a:cs typeface="Arial"/>
              </a:defRPr>
            </a:lvl7pPr>
            <a:lvl8pPr algn="l">
              <a:defRPr sz="2550" b="0">
                <a:solidFill>
                  <a:srgbClr val="253E30"/>
                </a:solidFill>
                <a:latin typeface="Arial"/>
                <a:ea typeface="Arial"/>
                <a:cs typeface="Arial"/>
              </a:defRPr>
            </a:lvl8pPr>
            <a:lvl9pPr algn="l">
              <a:defRPr sz="2550" b="0">
                <a:solidFill>
                  <a:srgbClr val="253E30"/>
                </a:solidFill>
                <a:latin typeface="Arial"/>
                <a:ea typeface="Arial"/>
                <a:cs typeface="Arial"/>
              </a:defRPr>
            </a:lvl9pPr>
          </a:lstStyle>
          <a:p xmlns:a="http://schemas.openxmlformats.org/drawingml/2006/main">
            <a:pPr algn="l">
              <a:defRPr sz="2550" b="0">
                <a:solidFill>
                  <a:srgbClr val="253E30"/>
                </a:solidFill>
                <a:latin typeface="Arial"/>
                <a:ea typeface="Arial"/>
                <a:cs typeface="Arial"/>
              </a:defRPr>
            </a:pPr>
            <a:r>
              <a:rPr sz="2550" b="0">
                <a:solidFill>
                  <a:srgbClr val="253E30"/>
                </a:solidFill>
                <a:latin typeface="Arial"/>
                <a:ea typeface="Arial"/>
                <a:cs typeface="Arial"/>
              </a:rPr>
              <a:t>1   Cek teks, foto, dan informasi penting</a:t>
            </a:r>
          </a:p>
        </p:txBody>
      </p:sp>
      <p:sp>
        <p:nvSpPr>
          <p:cNvPr id="4" name="2   Simpan draft atau terbitkan sesuai kebutuhan">
            <a:extLst xmlns:a="http://schemas.openxmlformats.org/drawingml/2006/main">
              <a:ext uri="{FF2B5EF4-FFF2-40B4-BE49-F238E27FC236}">
                <a16:creationId xmlns:a16="http://schemas.microsoft.com/office/drawing/2014/main" id="{E533BF73-2E67-4E52-9947-6F4996EFE7B5}"/>
              </a:ext>
            </a:extLst>
          </p:cNvPr>
          <p:cNvSpPr>
            <a:spLocks xmlns:a="http://schemas.openxmlformats.org/drawingml/2006/main" noGrp="1"/>
          </p:cNvSpPr>
          <p:nvPr/>
        </p:nvSpPr>
        <p:spPr>
          <a:xfrm xmlns:a="http://schemas.openxmlformats.org/drawingml/2006/main">
            <a:off x="609600" y="28098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0">
                <a:solidFill>
                  <a:srgbClr val="253E30"/>
                </a:solidFill>
                <a:latin typeface="Arial"/>
                <a:ea typeface="Arial"/>
                <a:cs typeface="Arial"/>
              </a:defRPr>
            </a:defPPr>
            <a:lvl1pPr algn="l">
              <a:defRPr sz="2550" b="0">
                <a:solidFill>
                  <a:srgbClr val="253E30"/>
                </a:solidFill>
                <a:latin typeface="Arial"/>
                <a:ea typeface="Arial"/>
                <a:cs typeface="Arial"/>
              </a:defRPr>
            </a:lvl1pPr>
            <a:lvl2pPr algn="l">
              <a:defRPr sz="2550" b="0">
                <a:solidFill>
                  <a:srgbClr val="253E30"/>
                </a:solidFill>
                <a:latin typeface="Arial"/>
                <a:ea typeface="Arial"/>
                <a:cs typeface="Arial"/>
              </a:defRPr>
            </a:lvl2pPr>
            <a:lvl3pPr algn="l">
              <a:defRPr sz="2550" b="0">
                <a:solidFill>
                  <a:srgbClr val="253E30"/>
                </a:solidFill>
                <a:latin typeface="Arial"/>
                <a:ea typeface="Arial"/>
                <a:cs typeface="Arial"/>
              </a:defRPr>
            </a:lvl3pPr>
            <a:lvl4pPr algn="l">
              <a:defRPr sz="2550" b="0">
                <a:solidFill>
                  <a:srgbClr val="253E30"/>
                </a:solidFill>
                <a:latin typeface="Arial"/>
                <a:ea typeface="Arial"/>
                <a:cs typeface="Arial"/>
              </a:defRPr>
            </a:lvl4pPr>
            <a:lvl5pPr algn="l">
              <a:defRPr sz="2550" b="0">
                <a:solidFill>
                  <a:srgbClr val="253E30"/>
                </a:solidFill>
                <a:latin typeface="Arial"/>
                <a:ea typeface="Arial"/>
                <a:cs typeface="Arial"/>
              </a:defRPr>
            </a:lvl5pPr>
            <a:lvl6pPr algn="l">
              <a:defRPr sz="2550" b="0">
                <a:solidFill>
                  <a:srgbClr val="253E30"/>
                </a:solidFill>
                <a:latin typeface="Arial"/>
                <a:ea typeface="Arial"/>
                <a:cs typeface="Arial"/>
              </a:defRPr>
            </a:lvl6pPr>
            <a:lvl7pPr algn="l">
              <a:defRPr sz="2550" b="0">
                <a:solidFill>
                  <a:srgbClr val="253E30"/>
                </a:solidFill>
                <a:latin typeface="Arial"/>
                <a:ea typeface="Arial"/>
                <a:cs typeface="Arial"/>
              </a:defRPr>
            </a:lvl7pPr>
            <a:lvl8pPr algn="l">
              <a:defRPr sz="2550" b="0">
                <a:solidFill>
                  <a:srgbClr val="253E30"/>
                </a:solidFill>
                <a:latin typeface="Arial"/>
                <a:ea typeface="Arial"/>
                <a:cs typeface="Arial"/>
              </a:defRPr>
            </a:lvl8pPr>
            <a:lvl9pPr algn="l">
              <a:defRPr sz="2550" b="0">
                <a:solidFill>
                  <a:srgbClr val="253E30"/>
                </a:solidFill>
                <a:latin typeface="Arial"/>
                <a:ea typeface="Arial"/>
                <a:cs typeface="Arial"/>
              </a:defRPr>
            </a:lvl9pPr>
          </a:lstStyle>
          <a:p xmlns:a="http://schemas.openxmlformats.org/drawingml/2006/main">
            <a:pPr algn="l">
              <a:defRPr sz="2550" b="0">
                <a:solidFill>
                  <a:srgbClr val="253E30"/>
                </a:solidFill>
                <a:latin typeface="Arial"/>
                <a:ea typeface="Arial"/>
                <a:cs typeface="Arial"/>
              </a:defRPr>
            </a:pPr>
            <a:r>
              <a:rPr sz="2550" b="0">
                <a:solidFill>
                  <a:srgbClr val="253E30"/>
                </a:solidFill>
                <a:latin typeface="Arial"/>
                <a:ea typeface="Arial"/>
                <a:cs typeface="Arial"/>
              </a:rPr>
              <a:t>2   Simpan draft atau terbitkan sesuai kebutuhan</a:t>
            </a:r>
          </a:p>
        </p:txBody>
      </p:sp>
      <p:sp>
        <p:nvSpPr>
          <p:cNvPr id="5" name="3   Buka ulang halaman publik untuk mengecek hasil">
            <a:extLst xmlns:a="http://schemas.openxmlformats.org/drawingml/2006/main">
              <a:ext uri="{FF2B5EF4-FFF2-40B4-BE49-F238E27FC236}">
                <a16:creationId xmlns:a16="http://schemas.microsoft.com/office/drawing/2014/main" id="{B8CF15EB-11F5-45F0-997E-BC4FF3060FA2}"/>
              </a:ext>
            </a:extLst>
          </p:cNvPr>
          <p:cNvSpPr>
            <a:spLocks xmlns:a="http://schemas.openxmlformats.org/drawingml/2006/main" noGrp="1"/>
          </p:cNvSpPr>
          <p:nvPr/>
        </p:nvSpPr>
        <p:spPr>
          <a:xfrm xmlns:a="http://schemas.openxmlformats.org/drawingml/2006/main">
            <a:off x="609600" y="37623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0">
                <a:solidFill>
                  <a:srgbClr val="253E30"/>
                </a:solidFill>
                <a:latin typeface="Arial"/>
                <a:ea typeface="Arial"/>
                <a:cs typeface="Arial"/>
              </a:defRPr>
            </a:defPPr>
            <a:lvl1pPr algn="l">
              <a:defRPr sz="2550" b="0">
                <a:solidFill>
                  <a:srgbClr val="253E30"/>
                </a:solidFill>
                <a:latin typeface="Arial"/>
                <a:ea typeface="Arial"/>
                <a:cs typeface="Arial"/>
              </a:defRPr>
            </a:lvl1pPr>
            <a:lvl2pPr algn="l">
              <a:defRPr sz="2550" b="0">
                <a:solidFill>
                  <a:srgbClr val="253E30"/>
                </a:solidFill>
                <a:latin typeface="Arial"/>
                <a:ea typeface="Arial"/>
                <a:cs typeface="Arial"/>
              </a:defRPr>
            </a:lvl2pPr>
            <a:lvl3pPr algn="l">
              <a:defRPr sz="2550" b="0">
                <a:solidFill>
                  <a:srgbClr val="253E30"/>
                </a:solidFill>
                <a:latin typeface="Arial"/>
                <a:ea typeface="Arial"/>
                <a:cs typeface="Arial"/>
              </a:defRPr>
            </a:lvl3pPr>
            <a:lvl4pPr algn="l">
              <a:defRPr sz="2550" b="0">
                <a:solidFill>
                  <a:srgbClr val="253E30"/>
                </a:solidFill>
                <a:latin typeface="Arial"/>
                <a:ea typeface="Arial"/>
                <a:cs typeface="Arial"/>
              </a:defRPr>
            </a:lvl4pPr>
            <a:lvl5pPr algn="l">
              <a:defRPr sz="2550" b="0">
                <a:solidFill>
                  <a:srgbClr val="253E30"/>
                </a:solidFill>
                <a:latin typeface="Arial"/>
                <a:ea typeface="Arial"/>
                <a:cs typeface="Arial"/>
              </a:defRPr>
            </a:lvl5pPr>
            <a:lvl6pPr algn="l">
              <a:defRPr sz="2550" b="0">
                <a:solidFill>
                  <a:srgbClr val="253E30"/>
                </a:solidFill>
                <a:latin typeface="Arial"/>
                <a:ea typeface="Arial"/>
                <a:cs typeface="Arial"/>
              </a:defRPr>
            </a:lvl6pPr>
            <a:lvl7pPr algn="l">
              <a:defRPr sz="2550" b="0">
                <a:solidFill>
                  <a:srgbClr val="253E30"/>
                </a:solidFill>
                <a:latin typeface="Arial"/>
                <a:ea typeface="Arial"/>
                <a:cs typeface="Arial"/>
              </a:defRPr>
            </a:lvl7pPr>
            <a:lvl8pPr algn="l">
              <a:defRPr sz="2550" b="0">
                <a:solidFill>
                  <a:srgbClr val="253E30"/>
                </a:solidFill>
                <a:latin typeface="Arial"/>
                <a:ea typeface="Arial"/>
                <a:cs typeface="Arial"/>
              </a:defRPr>
            </a:lvl8pPr>
            <a:lvl9pPr algn="l">
              <a:defRPr sz="2550" b="0">
                <a:solidFill>
                  <a:srgbClr val="253E30"/>
                </a:solidFill>
                <a:latin typeface="Arial"/>
                <a:ea typeface="Arial"/>
                <a:cs typeface="Arial"/>
              </a:defRPr>
            </a:lvl9pPr>
          </a:lstStyle>
          <a:p xmlns:a="http://schemas.openxmlformats.org/drawingml/2006/main">
            <a:pPr algn="l">
              <a:defRPr sz="2550" b="0">
                <a:solidFill>
                  <a:srgbClr val="253E30"/>
                </a:solidFill>
                <a:latin typeface="Arial"/>
                <a:ea typeface="Arial"/>
                <a:cs typeface="Arial"/>
              </a:defRPr>
            </a:pPr>
            <a:r>
              <a:rPr sz="2550" b="0">
                <a:solidFill>
                  <a:srgbClr val="253E30"/>
                </a:solidFill>
                <a:latin typeface="Arial"/>
                <a:ea typeface="Arial"/>
                <a:cs typeface="Arial"/>
              </a:rPr>
              <a:t>3   Buka ulang halaman publik untuk mengecek hasil</a:t>
            </a:r>
          </a:p>
        </p:txBody>
      </p:sp>
      <p:sp>
        <p:nvSpPr>
          <p:cNvPr id="6" name="4   Keluar dari akun di perangkat bersama">
            <a:extLst xmlns:a="http://schemas.openxmlformats.org/drawingml/2006/main">
              <a:ext uri="{FF2B5EF4-FFF2-40B4-BE49-F238E27FC236}">
                <a16:creationId xmlns:a16="http://schemas.microsoft.com/office/drawing/2014/main" id="{36C632DC-54F1-4F5F-A768-12F1468C486B}"/>
              </a:ext>
            </a:extLst>
          </p:cNvPr>
          <p:cNvSpPr>
            <a:spLocks xmlns:a="http://schemas.openxmlformats.org/drawingml/2006/main" noGrp="1"/>
          </p:cNvSpPr>
          <p:nvPr/>
        </p:nvSpPr>
        <p:spPr>
          <a:xfrm xmlns:a="http://schemas.openxmlformats.org/drawingml/2006/main">
            <a:off x="609600" y="47148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550" b="0">
                <a:solidFill>
                  <a:srgbClr val="253E30"/>
                </a:solidFill>
                <a:latin typeface="Arial"/>
                <a:ea typeface="Arial"/>
                <a:cs typeface="Arial"/>
              </a:defRPr>
            </a:defPPr>
            <a:lvl1pPr algn="l">
              <a:defRPr sz="2550" b="0">
                <a:solidFill>
                  <a:srgbClr val="253E30"/>
                </a:solidFill>
                <a:latin typeface="Arial"/>
                <a:ea typeface="Arial"/>
                <a:cs typeface="Arial"/>
              </a:defRPr>
            </a:lvl1pPr>
            <a:lvl2pPr algn="l">
              <a:defRPr sz="2550" b="0">
                <a:solidFill>
                  <a:srgbClr val="253E30"/>
                </a:solidFill>
                <a:latin typeface="Arial"/>
                <a:ea typeface="Arial"/>
                <a:cs typeface="Arial"/>
              </a:defRPr>
            </a:lvl2pPr>
            <a:lvl3pPr algn="l">
              <a:defRPr sz="2550" b="0">
                <a:solidFill>
                  <a:srgbClr val="253E30"/>
                </a:solidFill>
                <a:latin typeface="Arial"/>
                <a:ea typeface="Arial"/>
                <a:cs typeface="Arial"/>
              </a:defRPr>
            </a:lvl3pPr>
            <a:lvl4pPr algn="l">
              <a:defRPr sz="2550" b="0">
                <a:solidFill>
                  <a:srgbClr val="253E30"/>
                </a:solidFill>
                <a:latin typeface="Arial"/>
                <a:ea typeface="Arial"/>
                <a:cs typeface="Arial"/>
              </a:defRPr>
            </a:lvl4pPr>
            <a:lvl5pPr algn="l">
              <a:defRPr sz="2550" b="0">
                <a:solidFill>
                  <a:srgbClr val="253E30"/>
                </a:solidFill>
                <a:latin typeface="Arial"/>
                <a:ea typeface="Arial"/>
                <a:cs typeface="Arial"/>
              </a:defRPr>
            </a:lvl5pPr>
            <a:lvl6pPr algn="l">
              <a:defRPr sz="2550" b="0">
                <a:solidFill>
                  <a:srgbClr val="253E30"/>
                </a:solidFill>
                <a:latin typeface="Arial"/>
                <a:ea typeface="Arial"/>
                <a:cs typeface="Arial"/>
              </a:defRPr>
            </a:lvl6pPr>
            <a:lvl7pPr algn="l">
              <a:defRPr sz="2550" b="0">
                <a:solidFill>
                  <a:srgbClr val="253E30"/>
                </a:solidFill>
                <a:latin typeface="Arial"/>
                <a:ea typeface="Arial"/>
                <a:cs typeface="Arial"/>
              </a:defRPr>
            </a:lvl7pPr>
            <a:lvl8pPr algn="l">
              <a:defRPr sz="2550" b="0">
                <a:solidFill>
                  <a:srgbClr val="253E30"/>
                </a:solidFill>
                <a:latin typeface="Arial"/>
                <a:ea typeface="Arial"/>
                <a:cs typeface="Arial"/>
              </a:defRPr>
            </a:lvl8pPr>
            <a:lvl9pPr algn="l">
              <a:defRPr sz="2550" b="0">
                <a:solidFill>
                  <a:srgbClr val="253E30"/>
                </a:solidFill>
                <a:latin typeface="Arial"/>
                <a:ea typeface="Arial"/>
                <a:cs typeface="Arial"/>
              </a:defRPr>
            </a:lvl9pPr>
          </a:lstStyle>
          <a:p xmlns:a="http://schemas.openxmlformats.org/drawingml/2006/main">
            <a:pPr algn="l">
              <a:defRPr sz="2550" b="0">
                <a:solidFill>
                  <a:srgbClr val="253E30"/>
                </a:solidFill>
                <a:latin typeface="Arial"/>
                <a:ea typeface="Arial"/>
                <a:cs typeface="Arial"/>
              </a:defRPr>
            </a:pPr>
            <a:r>
              <a:rPr sz="2550" b="0">
                <a:solidFill>
                  <a:srgbClr val="253E30"/>
                </a:solidFill>
                <a:latin typeface="Arial"/>
                <a:ea typeface="Arial"/>
                <a:cs typeface="Arial"/>
              </a:rPr>
              <a:t>4   Keluar dari akun di perangkat bersama</a:t>
            </a:r>
          </a:p>
        </p:txBody>
      </p:sp>
      <p:sp>
        <p:nvSpPr>
          <p:cNvPr id="7" name="Butuh langkah lebih detail? Gunakan manual PDF.">
            <a:extLst xmlns:a="http://schemas.openxmlformats.org/drawingml/2006/main">
              <a:ext uri="{FF2B5EF4-FFF2-40B4-BE49-F238E27FC236}">
                <a16:creationId xmlns:a16="http://schemas.microsoft.com/office/drawing/2014/main" id="{E9CA27D4-FB9A-42B6-8DD2-1FBB28FF63C8}"/>
              </a:ext>
            </a:extLst>
          </p:cNvPr>
          <p:cNvSpPr>
            <a:spLocks xmlns:a="http://schemas.openxmlformats.org/drawingml/2006/main" noGrp="1"/>
          </p:cNvSpPr>
          <p:nvPr/>
        </p:nvSpPr>
        <p:spPr>
          <a:xfrm xmlns:a="http://schemas.openxmlformats.org/drawingml/2006/main">
            <a:off x="609600" y="5810250"/>
            <a:ext cx="1076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lgn="l">
              <a:defRPr sz="2100" b="1">
                <a:solidFill>
                  <a:srgbClr val="166534"/>
                </a:solidFill>
                <a:latin typeface="Arial"/>
                <a:ea typeface="Arial"/>
                <a:cs typeface="Arial"/>
              </a:defRPr>
            </a:defPPr>
            <a:lvl1pPr algn="l">
              <a:defRPr sz="2100" b="1">
                <a:solidFill>
                  <a:srgbClr val="166534"/>
                </a:solidFill>
                <a:latin typeface="Arial"/>
                <a:ea typeface="Arial"/>
                <a:cs typeface="Arial"/>
              </a:defRPr>
            </a:lvl1pPr>
            <a:lvl2pPr algn="l">
              <a:defRPr sz="2100" b="1">
                <a:solidFill>
                  <a:srgbClr val="166534"/>
                </a:solidFill>
                <a:latin typeface="Arial"/>
                <a:ea typeface="Arial"/>
                <a:cs typeface="Arial"/>
              </a:defRPr>
            </a:lvl2pPr>
            <a:lvl3pPr algn="l">
              <a:defRPr sz="2100" b="1">
                <a:solidFill>
                  <a:srgbClr val="166534"/>
                </a:solidFill>
                <a:latin typeface="Arial"/>
                <a:ea typeface="Arial"/>
                <a:cs typeface="Arial"/>
              </a:defRPr>
            </a:lvl3pPr>
            <a:lvl4pPr algn="l">
              <a:defRPr sz="2100" b="1">
                <a:solidFill>
                  <a:srgbClr val="166534"/>
                </a:solidFill>
                <a:latin typeface="Arial"/>
                <a:ea typeface="Arial"/>
                <a:cs typeface="Arial"/>
              </a:defRPr>
            </a:lvl4pPr>
            <a:lvl5pPr algn="l">
              <a:defRPr sz="2100" b="1">
                <a:solidFill>
                  <a:srgbClr val="166534"/>
                </a:solidFill>
                <a:latin typeface="Arial"/>
                <a:ea typeface="Arial"/>
                <a:cs typeface="Arial"/>
              </a:defRPr>
            </a:lvl5pPr>
            <a:lvl6pPr algn="l">
              <a:defRPr sz="2100" b="1">
                <a:solidFill>
                  <a:srgbClr val="166534"/>
                </a:solidFill>
                <a:latin typeface="Arial"/>
                <a:ea typeface="Arial"/>
                <a:cs typeface="Arial"/>
              </a:defRPr>
            </a:lvl6pPr>
            <a:lvl7pPr algn="l">
              <a:defRPr sz="2100" b="1">
                <a:solidFill>
                  <a:srgbClr val="166534"/>
                </a:solidFill>
                <a:latin typeface="Arial"/>
                <a:ea typeface="Arial"/>
                <a:cs typeface="Arial"/>
              </a:defRPr>
            </a:lvl7pPr>
            <a:lvl8pPr algn="l">
              <a:defRPr sz="2100" b="1">
                <a:solidFill>
                  <a:srgbClr val="166534"/>
                </a:solidFill>
                <a:latin typeface="Arial"/>
                <a:ea typeface="Arial"/>
                <a:cs typeface="Arial"/>
              </a:defRPr>
            </a:lvl8pPr>
            <a:lvl9pPr algn="l">
              <a:defRPr sz="2100" b="1">
                <a:solidFill>
                  <a:srgbClr val="166534"/>
                </a:solidFill>
                <a:latin typeface="Arial"/>
                <a:ea typeface="Arial"/>
                <a:cs typeface="Arial"/>
              </a:defRPr>
            </a:lvl9pPr>
          </a:lstStyle>
          <a:p xmlns:a="http://schemas.openxmlformats.org/drawingml/2006/main">
            <a:pPr algn="l">
              <a:defRPr sz="2100" b="1">
                <a:solidFill>
                  <a:srgbClr val="166534"/>
                </a:solidFill>
                <a:latin typeface="Arial"/>
                <a:ea typeface="Arial"/>
                <a:cs typeface="Arial"/>
              </a:defRPr>
            </a:pPr>
            <a:r>
              <a:rPr sz="2100" b="1">
                <a:solidFill>
                  <a:srgbClr val="166534"/>
                </a:solidFill>
                <a:latin typeface="Arial"/>
                <a:ea typeface="Arial"/>
                <a:cs typeface="Arial"/>
              </a:rPr>
              <a:t>Butuh langkah lebih detail? Gunakan manual PDF.</a:t>
            </a:r>
          </a:p>
        </p:txBody>
      </p:sp>
    </p:spTree>
    <p:extLst>
      <p:ext uri="{BB962C8B-B14F-4D97-AF65-F5344CB8AC3E}">
        <p14:creationId xmlns:p14="http://schemas.microsoft.com/office/powerpoint/2010/main" val="30703161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2026-10-31T01:57:49.2000000Z</dcterms:created>
  <dcterms:modified xsi:type="dcterms:W3CDTF">2026-10-31T01:57:49.2000000Z</dcterms:modified>
</coreProperties>
</file>