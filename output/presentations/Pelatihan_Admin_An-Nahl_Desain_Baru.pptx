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18a6f58ae74bbd" /><Relationship Type="http://schemas.openxmlformats.org/officeDocument/2006/relationships/extended-properties" Target="/docProps/app.xml" Id="Ra8e94f65f5ef411a" /><Relationship Type="http://schemas.openxmlformats.org/officeDocument/2006/relationships/officeDocument" Target="/ppt/presentation.xml" Id="Rfcf64ecdebab414c" /></Relationships>
</file>

<file path=ppt/presentation.xml><?xml version="1.0" encoding="utf-8"?>
<p:presentation xmlns:p="http://schemas.openxmlformats.org/presentationml/2006/main">
  <p:sldMasterIdLst>
    <p:sldMasterId xmlns:r="http://schemas.openxmlformats.org/officeDocument/2006/relationships" id="2147483648" r:id="Rbe99d5e5ef474ec6"/>
  </p:sldMasterIdLst>
  <p:notesMasterIdLst>
    <p:notesMasterId xmlns:r="http://schemas.openxmlformats.org/officeDocument/2006/relationships" r:id="R9290eef609d740aa"/>
  </p:notesMasterIdLst>
  <p:sldIdLst>
    <p:sldId xmlns:r="http://schemas.openxmlformats.org/officeDocument/2006/relationships" id="256" r:id="R73fde302f2094f9c"/>
    <p:sldId xmlns:r="http://schemas.openxmlformats.org/officeDocument/2006/relationships" id="257" r:id="R7ef85d31dc764669"/>
    <p:sldId xmlns:r="http://schemas.openxmlformats.org/officeDocument/2006/relationships" id="258" r:id="R2edb3fb4734145b5"/>
    <p:sldId xmlns:r="http://schemas.openxmlformats.org/officeDocument/2006/relationships" id="259" r:id="R6a21d330bf804dd1"/>
    <p:sldId xmlns:r="http://schemas.openxmlformats.org/officeDocument/2006/relationships" id="260" r:id="R23bfad10c5014c34"/>
    <p:sldId xmlns:r="http://schemas.openxmlformats.org/officeDocument/2006/relationships" id="261" r:id="R93d06633e0204d49"/>
    <p:sldId xmlns:r="http://schemas.openxmlformats.org/officeDocument/2006/relationships" id="262" r:id="R172607a7a2004cd4"/>
    <p:sldId xmlns:r="http://schemas.openxmlformats.org/officeDocument/2006/relationships" id="263" r:id="R468e4796c64d480f"/>
    <p:sldId xmlns:r="http://schemas.openxmlformats.org/officeDocument/2006/relationships" id="264" r:id="R276902e71f8344a0"/>
    <p:sldId xmlns:r="http://schemas.openxmlformats.org/officeDocument/2006/relationships" id="265" r:id="R252ef810fcc841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35ef06eb104e8c" /><Relationship Type="http://schemas.openxmlformats.org/officeDocument/2006/relationships/slideMaster" Target="/ppt/slideMasters/slideMaster1.xml" Id="Rbe99d5e5ef474ec6" /><Relationship Type="http://schemas.openxmlformats.org/officeDocument/2006/relationships/notesMaster" Target="/ppt/notesMasters/notesMaster1.xml" Id="R9290eef609d740aa" /><Relationship Type="http://schemas.openxmlformats.org/officeDocument/2006/relationships/presProps" Target="/ppt/presProps.xml" Id="R0cdf92048da042f2" /><Relationship Type="http://schemas.openxmlformats.org/officeDocument/2006/relationships/tableStyles" Target="/ppt/tableStyles.xml" Id="Re373db4a7cca4a90" /><Relationship Type="http://schemas.openxmlformats.org/officeDocument/2006/relationships/slide" Target="/ppt/slides/slide1.xml" Id="R73fde302f2094f9c" /><Relationship Type="http://schemas.openxmlformats.org/officeDocument/2006/relationships/slide" Target="/ppt/slides/slide2.xml" Id="R7ef85d31dc764669" /><Relationship Type="http://schemas.openxmlformats.org/officeDocument/2006/relationships/slide" Target="/ppt/slides/slide3.xml" Id="R2edb3fb4734145b5" /><Relationship Type="http://schemas.openxmlformats.org/officeDocument/2006/relationships/slide" Target="/ppt/slides/slide4.xml" Id="R6a21d330bf804dd1" /><Relationship Type="http://schemas.openxmlformats.org/officeDocument/2006/relationships/slide" Target="/ppt/slides/slide5.xml" Id="R23bfad10c5014c34" /><Relationship Type="http://schemas.openxmlformats.org/officeDocument/2006/relationships/slide" Target="/ppt/slides/slide6.xml" Id="R93d06633e0204d49" /><Relationship Type="http://schemas.openxmlformats.org/officeDocument/2006/relationships/slide" Target="/ppt/slides/slide7.xml" Id="R172607a7a2004cd4" /><Relationship Type="http://schemas.openxmlformats.org/officeDocument/2006/relationships/slide" Target="/ppt/slides/slide8.xml" Id="R468e4796c64d480f" /><Relationship Type="http://schemas.openxmlformats.org/officeDocument/2006/relationships/slide" Target="/ppt/slides/slide9.xml" Id="R276902e71f8344a0" /><Relationship Type="http://schemas.openxmlformats.org/officeDocument/2006/relationships/slide" Target="/ppt/slides/slide10.xml" Id="R252ef810fcc841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97eff32cc345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b725bce8814119" /><Relationship Type="http://schemas.openxmlformats.org/officeDocument/2006/relationships/notesMaster" Target="/ppt/notesMasters/notesMaster1.xml" Id="R5710aa99ca4b47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0c31a3ccbd4795" /><Relationship Type="http://schemas.openxmlformats.org/officeDocument/2006/relationships/notesMaster" Target="/ppt/notesMasters/notesMaster1.xml" Id="Rf40ea5b7d53841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d2394707f0431a" /><Relationship Type="http://schemas.openxmlformats.org/officeDocument/2006/relationships/notesMaster" Target="/ppt/notesMasters/notesMaster1.xml" Id="Rf14e6003b05846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68aa3281da4190" /><Relationship Type="http://schemas.openxmlformats.org/officeDocument/2006/relationships/notesMaster" Target="/ppt/notesMasters/notesMaster1.xml" Id="R8e565de72b9c45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7df0c1cc904cd4" /><Relationship Type="http://schemas.openxmlformats.org/officeDocument/2006/relationships/notesMaster" Target="/ppt/notesMasters/notesMaster1.xml" Id="R55c0253c43d74d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87f71e988f4d81" /><Relationship Type="http://schemas.openxmlformats.org/officeDocument/2006/relationships/notesMaster" Target="/ppt/notesMasters/notesMaster1.xml" Id="R39cbbd79f33d4e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46136b38eb4425" /><Relationship Type="http://schemas.openxmlformats.org/officeDocument/2006/relationships/notesMaster" Target="/ppt/notesMasters/notesMaster1.xml" Id="Rcda7ea3bb4c747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409a1c50e44bc6" /><Relationship Type="http://schemas.openxmlformats.org/officeDocument/2006/relationships/notesMaster" Target="/ppt/notesMasters/notesMaster1.xml" Id="Rb9296e4ca52449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a14106bd79d4e05" /><Relationship Type="http://schemas.openxmlformats.org/officeDocument/2006/relationships/notesMaster" Target="/ppt/notesMasters/notesMaster1.xml" Id="Re6ccb3f96adf49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3e01eb63fd442c" /><Relationship Type="http://schemas.openxmlformats.org/officeDocument/2006/relationships/notesMaster" Target="/ppt/notesMasters/notesMaster1.xml" Id="R10d4bb316ccb49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Pelatihan Admin Website An-Nahl</a:t>
            </a:r>
          </a:p>
          <a:p xmlns:a="http://schemas.openxmlformats.org/drawingml/2006/main">
            <a:r>
              <a:t>DURASI: 2 menit</a:t>
            </a:r>
          </a:p>
          <a:p xmlns:a="http://schemas.openxmlformats.org/drawingml/2006/main">
            <a:r>
              <a:t/>
            </a:r>
          </a:p>
          <a:p xmlns:a="http://schemas.openxmlformats.org/drawingml/2006/main">
            <a:r>
              <a:t>UCAPKAN</a:t>
            </a:r>
          </a:p>
          <a:p xmlns:a="http://schemas.openxmlformats.org/drawingml/2006/main">
            <a:r>
              <a:t>Assalamu’alaikum warahmatullahi wabarakatuh. Terima kasih teman-teman sudah hadir. Hari ini kita akan belajar mengelola website An-Nahl yang sudah dibuat. Website ini menjadi tempat orang mengenal pondok, melihat kegiatan, mendaftar, berdonasi, dan menghubungi pengurus. Tugas kita sebagai admin adalah menjaga informasi itu tetap benar dan memperbaruinya saat ada perubahan.</a:t>
            </a:r>
          </a:p>
          <a:p xmlns:a="http://schemas.openxmlformats.org/drawingml/2006/main">
            <a:r>
              <a:t/>
            </a:r>
          </a:p>
          <a:p xmlns:a="http://schemas.openxmlformats.org/drawingml/2006/main">
            <a:r>
              <a:t>Setelah sesi ini, teman-teman diharapkan bisa masuk ke ruang pengurus, membuat berita, memperbarui informasi, dan menindaklanjuti kiriman. Kita akan melihat contoh, lalu mencoba bersama. Jadi tidak perlu menghafal semua tombol hari ini. Fokus dulu pada alurnya: siapkan, periksa, simpan, lalu cek hasilnya.</a:t>
            </a:r>
          </a:p>
          <a:p xmlns:a="http://schemas.openxmlformats.org/drawingml/2006/main">
            <a:r>
              <a:t/>
            </a:r>
          </a:p>
          <a:p xmlns:a="http://schemas.openxmlformats.org/drawingml/2006/main">
            <a:r>
              <a:t>DEMO / CARA MENYAMPAIKAN</a:t>
            </a:r>
          </a:p>
          <a:p xmlns:a="http://schemas.openxmlformats.org/drawingml/2006/main">
            <a:r>
              <a:t>1. Tampilkan slide pembuka, sapa peserta, lalu sampaikan target sesi.</a:t>
            </a:r>
          </a:p>
          <a:p xmlns:a="http://schemas.openxmlformats.org/drawingml/2006/main">
            <a:r>
              <a:t>2. Jika perlu, buka beranda publik selama sekitar 20 detik untuk memberi konteks.</a:t>
            </a:r>
          </a:p>
          <a:p xmlns:a="http://schemas.openxmlformats.org/drawingml/2006/main">
            <a:r>
              <a:t/>
            </a:r>
          </a:p>
          <a:p xmlns:a="http://schemas.openxmlformats.org/drawingml/2006/main">
            <a:r>
              <a:t>TANYAKAN</a:t>
            </a:r>
          </a:p>
          <a:p xmlns:a="http://schemas.openxmlformats.org/drawingml/2006/main">
            <a:r>
              <a:t>Siapa yang sudah pernah mengunggah artikel atau mengelola akun media sosial?</a:t>
            </a:r>
          </a:p>
          <a:p xmlns:a="http://schemas.openxmlformats.org/drawingml/2006/main">
            <a:r>
              <a:t/>
            </a:r>
          </a:p>
          <a:p xmlns:a="http://schemas.openxmlformats.org/drawingml/2006/main">
            <a:r>
              <a:t>JAWABAN / ARAHAN</a:t>
            </a:r>
          </a:p>
          <a:p xmlns:a="http://schemas.openxmlformats.org/drawingml/2006/main">
            <a:r>
              <a:t>Gunakan jawaban untuk menyesuaikan tempo. Jika mayoritas baru, tunjukkan satu langkah lalu tunggu peserta.</a:t>
            </a:r>
          </a:p>
          <a:p xmlns:a="http://schemas.openxmlformats.org/drawingml/2006/main">
            <a:r>
              <a:t/>
            </a:r>
          </a:p>
          <a:p xmlns:a="http://schemas.openxmlformats.org/drawingml/2006/main">
            <a:r>
              <a:t>TRANSISI</a:t>
            </a:r>
          </a:p>
          <a:p xmlns:a="http://schemas.openxmlformats.org/drawingml/2006/main">
            <a:r>
              <a:t>Kita mulai dengan mengenali ruang kerja dan pembagian tugasnya.</a:t>
            </a:r>
          </a:p>
          <a:p xmlns:a="http://schemas.openxmlformats.org/drawingml/2006/main">
            <a:r>
              <a:t/>
            </a:r>
          </a:p>
          <a:p xmlns:a="http://schemas.openxmlformats.org/drawingml/2006/main">
            <a:r>
              <a:t>SUMBER</a:t>
            </a:r>
          </a:p>
          <a:p xmlns:a="http://schemas.openxmlformats.org/drawingml/2006/main">
            <a:r>
              <a:t>Panduan_Pengguna_An-Nahl_2026-10-30.pdf, bagian 1–3 dan 24. Screenshot lokal 30 Oktober 2026; panel pengurus menggunakan data demo. Naskah pelatihan disusun 31 Oktober 2026.</a:t>
            </a:r>
          </a:p>
          <a:p xmlns:a="http://schemas.openxmlformats.org/drawingml/2006/main">
            <a:r>
              <a:t/>
            </a:r>
          </a:p>
          <a:p xmlns:a="http://schemas.openxmlformats.org/drawingml/2006/main">
            <a:r>
              <a:t>Foto sampul asli: public/media/78c6f97a9f7e7c1c-1600.jpg, dirujuk src/data/photos.js sebagai foto Beranda.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Kenali ruang kerja dan peran</a:t>
            </a:r>
          </a:p>
          <a:p xmlns:a="http://schemas.openxmlformats.org/drawingml/2006/main">
            <a:r>
              <a:t>DURASI: 3 menit</a:t>
            </a:r>
          </a:p>
          <a:p xmlns:a="http://schemas.openxmlformats.org/drawingml/2006/main">
            <a:r>
              <a:t/>
            </a:r>
          </a:p>
          <a:p xmlns:a="http://schemas.openxmlformats.org/drawingml/2006/main">
            <a:r>
              <a:t>UCAPKAN</a:t>
            </a:r>
          </a:p>
          <a:p xmlns:a="http://schemas.openxmlformats.org/drawingml/2006/main">
            <a:r>
              <a:t>Ada halaman publik yang dilihat pengunjung, dan ada Ruang Pengurus untuk mengelolanya. Di dalam Ruang Pengurus, Ringkasan adalah halaman awal. Kita bisa melihat jumlah konten dan memakai tombol cepat untuk bekerja. Menu di sebelah kiri membantu kita memilih tugas. Berita untuk artikel, Galeri untuk dokumentasi, Isi website untuk informasi halaman, lalu Pesan masuk dan Rekap untuk kiriman.</a:t>
            </a:r>
          </a:p>
          <a:p xmlns:a="http://schemas.openxmlformats.org/drawingml/2006/main">
            <a:r>
              <a:t/>
            </a:r>
          </a:p>
          <a:p xmlns:a="http://schemas.openxmlformats.org/drawingml/2006/main">
            <a:r>
              <a:t>Perannya juga berbeda. Penulis menyiapkan dan mengedit draft berita miliknya. Admin meninjau serta menerbitkan berita, mengelola halaman, galeri, pesan, rekap, dan peran akun. Jadi kalau menu seorang Penulis lebih sedikit, itu sesuai pembagian aksesnya. Untuk hari ini, kita belajar dari sudut pandang tim Admin.</a:t>
            </a:r>
          </a:p>
          <a:p xmlns:a="http://schemas.openxmlformats.org/drawingml/2006/main">
            <a:r>
              <a:t/>
            </a:r>
          </a:p>
          <a:p xmlns:a="http://schemas.openxmlformats.org/drawingml/2006/main">
            <a:r>
              <a:t>DEMO / CARA MENYAMPAIKAN</a:t>
            </a:r>
          </a:p>
          <a:p xmlns:a="http://schemas.openxmlformats.org/drawingml/2006/main">
            <a:r>
              <a:t>1. Buka Ringkasan atau tunjukkan screenshot. Sorot menu kiri dan tombol Tulis berita.</a:t>
            </a:r>
          </a:p>
          <a:p xmlns:a="http://schemas.openxmlformats.org/drawingml/2006/main">
            <a:r>
              <a:t>2. Tunjukkan posisi Lihat website dan Kelola akun pengurus tanpa mengubah akun.</a:t>
            </a:r>
          </a:p>
          <a:p xmlns:a="http://schemas.openxmlformats.org/drawingml/2006/main">
            <a:r>
              <a:t/>
            </a:r>
          </a:p>
          <a:p xmlns:a="http://schemas.openxmlformats.org/drawingml/2006/main">
            <a:r>
              <a:t>TANYAKAN</a:t>
            </a:r>
          </a:p>
          <a:p xmlns:a="http://schemas.openxmlformats.org/drawingml/2006/main">
            <a:r>
              <a:t>Kalau hanya ingin memperbaiki nomor kontak pondok, kita masuk ke Berita atau Isi website?</a:t>
            </a:r>
          </a:p>
          <a:p xmlns:a="http://schemas.openxmlformats.org/drawingml/2006/main">
            <a:r>
              <a:t/>
            </a:r>
          </a:p>
          <a:p xmlns:a="http://schemas.openxmlformats.org/drawingml/2006/main">
            <a:r>
              <a:t>JAWABAN / ARAHAN</a:t>
            </a:r>
          </a:p>
          <a:p xmlns:a="http://schemas.openxmlformats.org/drawingml/2006/main">
            <a:r>
              <a:t>Isi website, karena yang diubah adalah informasi halaman.</a:t>
            </a:r>
          </a:p>
          <a:p xmlns:a="http://schemas.openxmlformats.org/drawingml/2006/main">
            <a:r>
              <a:t/>
            </a:r>
          </a:p>
          <a:p xmlns:a="http://schemas.openxmlformats.org/drawingml/2006/main">
            <a:r>
              <a:t>TRANSISI</a:t>
            </a:r>
          </a:p>
          <a:p xmlns:a="http://schemas.openxmlformats.org/drawingml/2006/main">
            <a:r>
              <a:t>Sebelum memakai menu-menu ini, pastikan kita masuk dengan akun yang benar.</a:t>
            </a:r>
          </a:p>
          <a:p xmlns:a="http://schemas.openxmlformats.org/drawingml/2006/main">
            <a:r>
              <a:t/>
            </a:r>
          </a:p>
          <a:p xmlns:a="http://schemas.openxmlformats.org/drawingml/2006/main">
            <a:r>
              <a:t>SUMBER</a:t>
            </a:r>
          </a:p>
          <a:p xmlns:a="http://schemas.openxmlformats.org/drawingml/2006/main">
            <a:r>
              <a:t>Panduan_Pengguna_An-Nahl_2026-10-30.pdf, bagian 2, 10, 22. Screenshot lokal 30 Oktober 2026; panel pengurus menggunakan data demo. Naskah pelatihan disusun 31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Masuk dan mulai bekerja</a:t>
            </a:r>
          </a:p>
          <a:p xmlns:a="http://schemas.openxmlformats.org/drawingml/2006/main">
            <a:r>
              <a:t>DURASI: 3 menit</a:t>
            </a:r>
          </a:p>
          <a:p xmlns:a="http://schemas.openxmlformats.org/drawingml/2006/main">
            <a:r>
              <a:t/>
            </a:r>
          </a:p>
          <a:p xmlns:a="http://schemas.openxmlformats.org/drawingml/2006/main">
            <a:r>
              <a:t>UCAPKAN</a:t>
            </a:r>
          </a:p>
          <a:p xmlns:a="http://schemas.openxmlformats.org/drawingml/2006/main">
            <a:r>
              <a:t>Buka alamat domain website, lalu tambahkan /login.html. Masukkan email dan password akun pengurus, kemudian klik Masuk ke ruang pengurus. Setelah masuk, cek nama dan peran akun. Untuk pertama kali, pengelola akan menyiapkan akun dan memberikan tautan aktivasi. Buat password minimal sepuluh karakter. Kalau tautannya kedaluwarsa atau lupa password, hubungi pengelola karena halaman login belum menyediakan reset mandiri.</a:t>
            </a:r>
          </a:p>
          <a:p xmlns:a="http://schemas.openxmlformats.org/drawingml/2006/main">
            <a:r>
              <a:t/>
            </a:r>
          </a:p>
          <a:p xmlns:a="http://schemas.openxmlformats.org/drawingml/2006/main">
            <a:r>
              <a:t>Saat latihan, gunakan mode demo jika disediakan. Tanda Ruang demo berarti pekerjaan kita tidak masuk ke halaman publik. Keberhasilan di demo belum membuktikan penyimpanan produksi. Bila demo tidak tersedia, kita cukup menyimpan berita latihan sebagai draft. Untuk latihan menerbitkan atau mengubah galeri dan halaman, gunakan lingkungan latihan yang sudah disiapkan.</a:t>
            </a:r>
          </a:p>
          <a:p xmlns:a="http://schemas.openxmlformats.org/drawingml/2006/main">
            <a:r>
              <a:t/>
            </a:r>
          </a:p>
          <a:p xmlns:a="http://schemas.openxmlformats.org/drawingml/2006/main">
            <a:r>
              <a:t>DEMO / CARA MENYAMPAIKAN</a:t>
            </a:r>
          </a:p>
          <a:p xmlns:a="http://schemas.openxmlformats.org/drawingml/2006/main">
            <a:r>
              <a:t>1. Tunjukkan alamat /login.html dan letak isian email serta password.</a:t>
            </a:r>
          </a:p>
          <a:p xmlns:a="http://schemas.openxmlformats.org/drawingml/2006/main">
            <a:r>
              <a:t>2. Masuk tanpa memperlihatkan password di layar proyektor. Periksa nama, peran, serta penanda demo.</a:t>
            </a:r>
          </a:p>
          <a:p xmlns:a="http://schemas.openxmlformats.org/drawingml/2006/main">
            <a:r>
              <a:t/>
            </a:r>
          </a:p>
          <a:p xmlns:a="http://schemas.openxmlformats.org/drawingml/2006/main">
            <a:r>
              <a:t>TANYAKAN</a:t>
            </a:r>
          </a:p>
          <a:p xmlns:a="http://schemas.openxmlformats.org/drawingml/2006/main">
            <a:r>
              <a:t>Sesudah login, dua hal apa yang harus kita cek sebelum mulai?</a:t>
            </a:r>
          </a:p>
          <a:p xmlns:a="http://schemas.openxmlformats.org/drawingml/2006/main">
            <a:r>
              <a:t/>
            </a:r>
          </a:p>
          <a:p xmlns:a="http://schemas.openxmlformats.org/drawingml/2006/main">
            <a:r>
              <a:t>JAWABAN / ARAHAN</a:t>
            </a:r>
          </a:p>
          <a:p xmlns:a="http://schemas.openxmlformats.org/drawingml/2006/main">
            <a:r>
              <a:t>Identitas/peran akun dan apakah sedang berada di demo atau produksi.</a:t>
            </a:r>
          </a:p>
          <a:p xmlns:a="http://schemas.openxmlformats.org/drawingml/2006/main">
            <a:r>
              <a:t/>
            </a:r>
          </a:p>
          <a:p xmlns:a="http://schemas.openxmlformats.org/drawingml/2006/main">
            <a:r>
              <a:t>TRANSISI</a:t>
            </a:r>
          </a:p>
          <a:p xmlns:a="http://schemas.openxmlformats.org/drawingml/2006/main">
            <a:r>
              <a:t>Sekarang kita coba tugas yang paling sering dilakukan: membuat berita kegiatan.</a:t>
            </a:r>
          </a:p>
          <a:p xmlns:a="http://schemas.openxmlformats.org/drawingml/2006/main">
            <a:r>
              <a:t/>
            </a:r>
          </a:p>
          <a:p xmlns:a="http://schemas.openxmlformats.org/drawingml/2006/main">
            <a:r>
              <a:t>SUMBER</a:t>
            </a:r>
          </a:p>
          <a:p xmlns:a="http://schemas.openxmlformats.org/drawingml/2006/main">
            <a:r>
              <a:t>Panduan_Pengguna_An-Nahl_2026-10-30.pdf, bagian 9 dan 23. Screenshot lokal 30 Oktober 2026; panel pengurus menggunakan data demo. Naskah pelatihan disusun 31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Berita: tulis, cek, lalu terbitkan</a:t>
            </a:r>
          </a:p>
          <a:p xmlns:a="http://schemas.openxmlformats.org/drawingml/2006/main">
            <a:r>
              <a:t>DURASI: 6 menit</a:t>
            </a:r>
          </a:p>
          <a:p xmlns:a="http://schemas.openxmlformats.org/drawingml/2006/main">
            <a:r>
              <a:t/>
            </a:r>
          </a:p>
          <a:p xmlns:a="http://schemas.openxmlformats.org/drawingml/2006/main">
            <a:r>
              <a:t>UCAPKAN</a:t>
            </a:r>
          </a:p>
          <a:p xmlns:a="http://schemas.openxmlformats.org/drawingml/2006/main">
            <a:r>
              <a:t>Klik Tulis berita. Buat judul yang jelas, pilih kategori, lalu tulis kegiatan apa, siapa yang terlibat, kapan, dan di mana. Misalnya judul Latihan: Kegiatan Tahfidz Pagi. Tambahkan foto dan keterangannya bila perlu. Setelah itu, buka Pratinjau supaya kita membaca hasil seperti pengunjung.</a:t>
            </a:r>
          </a:p>
          <a:p xmlns:a="http://schemas.openxmlformats.org/drawingml/2006/main">
            <a:r>
              <a:t/>
            </a:r>
          </a:p>
          <a:p xmlns:a="http://schemas.openxmlformats.org/drawingml/2006/main">
            <a:r>
              <a:t>Ada perbedaan penting: Simpan draft menyimpan pekerjaan di website tetapi belum menampilkannya ke publik. Terbitkan berita membuatnya dapat dibaca pengunjung. Salinan otomatis di browser hanya bantuan pemulihan teks; kita tetap perlu menyimpan draft. Admin menerbitkan, sedangkan Penulis menyiapkan draft miliknya.</a:t>
            </a:r>
          </a:p>
          <a:p xmlns:a="http://schemas.openxmlformats.org/drawingml/2006/main">
            <a:r>
              <a:t/>
            </a:r>
          </a:p>
          <a:p xmlns:a="http://schemas.openxmlformats.org/drawingml/2006/main">
            <a:r>
              <a:t>Untuk mengedit, buka Berita lalu gunakan pencarian atau filter status. Berhati-hati saat mengedit berita yang sudah terbit: jika memilih Simpan draft, berita kembali menjadi draft dan tidak tampil di daftar publik. Setelah terbit, buka halaman publik dan muat ulang untuk mengecek hasil.</a:t>
            </a:r>
          </a:p>
          <a:p xmlns:a="http://schemas.openxmlformats.org/drawingml/2006/main">
            <a:r>
              <a:t/>
            </a:r>
          </a:p>
          <a:p xmlns:a="http://schemas.openxmlformats.org/drawingml/2006/main">
            <a:r>
              <a:t>DEMO / CARA MENYAMPAIKAN</a:t>
            </a:r>
          </a:p>
          <a:p xmlns:a="http://schemas.openxmlformats.org/drawingml/2006/main">
            <a:r>
              <a:t>1. Di demo: Tulis berita → judul latihan → kategori Keagamaan → dua paragraf → foto jika ada.</a:t>
            </a:r>
          </a:p>
          <a:p xmlns:a="http://schemas.openxmlformats.org/drawingml/2006/main">
            <a:r>
              <a:t>2. Klik Pratinjau, perbaiki satu kesalahan, lalu Simpan draft dan tunggu pesan berhasil.</a:t>
            </a:r>
          </a:p>
          <a:p xmlns:a="http://schemas.openxmlformats.org/drawingml/2006/main">
            <a:r>
              <a:t>3. Buka kembali melalui menu Berita. Tunjukkan Terbitkan berita di demo. Di produksi, pertahankan contoh sebagai draft.</a:t>
            </a:r>
          </a:p>
          <a:p xmlns:a="http://schemas.openxmlformats.org/drawingml/2006/main">
            <a:r>
              <a:t/>
            </a:r>
          </a:p>
          <a:p xmlns:a="http://schemas.openxmlformats.org/drawingml/2006/main">
            <a:r>
              <a:t>TANYAKAN</a:t>
            </a:r>
          </a:p>
          <a:p xmlns:a="http://schemas.openxmlformats.org/drawingml/2006/main">
            <a:r>
              <a:t>Kalau draft sudah tersimpan, apakah pengunjung sudah bisa membacanya?</a:t>
            </a:r>
          </a:p>
          <a:p xmlns:a="http://schemas.openxmlformats.org/drawingml/2006/main">
            <a:r>
              <a:t/>
            </a:r>
          </a:p>
          <a:p xmlns:a="http://schemas.openxmlformats.org/drawingml/2006/main">
            <a:r>
              <a:t>JAWABAN / ARAHAN</a:t>
            </a:r>
          </a:p>
          <a:p xmlns:a="http://schemas.openxmlformats.org/drawingml/2006/main">
            <a:r>
              <a:t>Belum. Berita harus diterbitkan oleh Admin.</a:t>
            </a:r>
          </a:p>
          <a:p xmlns:a="http://schemas.openxmlformats.org/drawingml/2006/main">
            <a:r>
              <a:t/>
            </a:r>
          </a:p>
          <a:p xmlns:a="http://schemas.openxmlformats.org/drawingml/2006/main">
            <a:r>
              <a:t>TRANSISI</a:t>
            </a:r>
          </a:p>
          <a:p xmlns:a="http://schemas.openxmlformats.org/drawingml/2006/main">
            <a:r>
              <a:t>Selain artikel, kita juga bisa menambahkan foto dan video kegiatan ke galeri.</a:t>
            </a:r>
          </a:p>
          <a:p xmlns:a="http://schemas.openxmlformats.org/drawingml/2006/main">
            <a:r>
              <a:t/>
            </a:r>
          </a:p>
          <a:p xmlns:a="http://schemas.openxmlformats.org/drawingml/2006/main">
            <a:r>
              <a:t>SUMBER</a:t>
            </a:r>
          </a:p>
          <a:p xmlns:a="http://schemas.openxmlformats.org/drawingml/2006/main">
            <a:r>
              <a:t>Panduan_Pengguna_An-Nahl_2026-10-30.pdf, bagian 11–13. Screenshot lokal 30 Oktober 2026; panel pengurus menggunakan data demo. Naskah pelatihan disusun 31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Galeri: foto dan video kegiatan</a:t>
            </a:r>
          </a:p>
          <a:p xmlns:a="http://schemas.openxmlformats.org/drawingml/2006/main">
            <a:r>
              <a:t>DURASI: 4 menit</a:t>
            </a:r>
          </a:p>
          <a:p xmlns:a="http://schemas.openxmlformats.org/drawingml/2006/main">
            <a:r>
              <a:t/>
            </a:r>
          </a:p>
          <a:p xmlns:a="http://schemas.openxmlformats.org/drawingml/2006/main">
            <a:r>
              <a:t>UCAPKAN</a:t>
            </a:r>
          </a:p>
          <a:p xmlns:a="http://schemas.openxmlformats.org/drawingml/2006/main">
            <a:r>
              <a:t>Pada Galeri, pilih Foto unggahan lalu Tambah foto. Isi judul dan kategori, pilih foto dari Drive atau perangkat, lalu simpan. Tunggu pengoptimalan foto selesai sebelum menyimpan. Sumber foto maksimal dua belas megabita; gunakan JPG, PNG, WebP, atau GIF. Bila ditolak, kecilkan berkas dan pilih ulang. Foto dari ponsel yang berformat HEIC perlu dikonversi dulu.</a:t>
            </a:r>
          </a:p>
          <a:p xmlns:a="http://schemas.openxmlformats.org/drawingml/2006/main">
            <a:r>
              <a:t/>
            </a:r>
          </a:p>
          <a:p xmlns:a="http://schemas.openxmlformats.org/drawingml/2006/main">
            <a:r>
              <a:t>Untuk video, masukkan tautan YouTube yang dapat dibuka pengunjung. Menu ini tidak menerima unggahan MP4. Foto unggahan dan video tidak memiliki tahap draft seperti berita; setelah penyimpanan berhasil, periksa galeri publik. Karena itu, latihan simpan galeri dilakukan di demo.</a:t>
            </a:r>
          </a:p>
          <a:p xmlns:a="http://schemas.openxmlformats.org/drawingml/2006/main">
            <a:r>
              <a:t/>
            </a:r>
          </a:p>
          <a:p xmlns:a="http://schemas.openxmlformats.org/drawingml/2006/main">
            <a:r>
              <a:t>Ada juga Foto folder sebagai koleksi dokumentasi. Koleksi itu dapat dicari dan dilihat, tetapi sumbernya tidak dihapus lewat browser. Penghapusan postingan foto atau video tidak mempunyai Arsip untuk memulihkan kartu. Pastikan kartu yang dipilih sudah benar sebelum menghapus.</a:t>
            </a:r>
          </a:p>
          <a:p xmlns:a="http://schemas.openxmlformats.org/drawingml/2006/main">
            <a:r>
              <a:t/>
            </a:r>
          </a:p>
          <a:p xmlns:a="http://schemas.openxmlformats.org/drawingml/2006/main">
            <a:r>
              <a:t>DEMO / CARA MENYAMPAIKAN</a:t>
            </a:r>
          </a:p>
          <a:p xmlns:a="http://schemas.openxmlformats.org/drawingml/2006/main">
            <a:r>
              <a:t>1. Tunjukkan Galeri → Foto unggahan → Tambah foto. Pilih foto latihan di demo, isi judul dan kategori.</a:t>
            </a:r>
          </a:p>
          <a:p xmlns:a="http://schemas.openxmlformats.org/drawingml/2006/main">
            <a:r>
              <a:t>2. Tunjukkan tombol Simpan foto serta tab Video dan isian Link YouTube. Jangan hapus konten asli.</a:t>
            </a:r>
          </a:p>
          <a:p xmlns:a="http://schemas.openxmlformats.org/drawingml/2006/main">
            <a:r>
              <a:t/>
            </a:r>
          </a:p>
          <a:p xmlns:a="http://schemas.openxmlformats.org/drawingml/2006/main">
            <a:r>
              <a:t>TANYAKAN</a:t>
            </a:r>
          </a:p>
          <a:p xmlns:a="http://schemas.openxmlformats.org/drawingml/2006/main">
            <a:r>
              <a:t>Untuk menambahkan video, kita mengunggah MP4 atau menempel tautan YouTube?</a:t>
            </a:r>
          </a:p>
          <a:p xmlns:a="http://schemas.openxmlformats.org/drawingml/2006/main">
            <a:r>
              <a:t/>
            </a:r>
          </a:p>
          <a:p xmlns:a="http://schemas.openxmlformats.org/drawingml/2006/main">
            <a:r>
              <a:t>JAWABAN / ARAHAN</a:t>
            </a:r>
          </a:p>
          <a:p xmlns:a="http://schemas.openxmlformats.org/drawingml/2006/main">
            <a:r>
              <a:t>Menempel tautan YouTube yang bisa diputar pengunjung.</a:t>
            </a:r>
          </a:p>
          <a:p xmlns:a="http://schemas.openxmlformats.org/drawingml/2006/main">
            <a:r>
              <a:t/>
            </a:r>
          </a:p>
          <a:p xmlns:a="http://schemas.openxmlformats.org/drawingml/2006/main">
            <a:r>
              <a:t>TRANSISI</a:t>
            </a:r>
          </a:p>
          <a:p xmlns:a="http://schemas.openxmlformats.org/drawingml/2006/main">
            <a:r>
              <a:t>Kalau yang berubah adalah jadwal, biaya, atau kontak, kita memakai menu Isi website.</a:t>
            </a:r>
          </a:p>
          <a:p xmlns:a="http://schemas.openxmlformats.org/drawingml/2006/main">
            <a:r>
              <a:t/>
            </a:r>
          </a:p>
          <a:p xmlns:a="http://schemas.openxmlformats.org/drawingml/2006/main">
            <a:r>
              <a:t>SUMBER</a:t>
            </a:r>
          </a:p>
          <a:p xmlns:a="http://schemas.openxmlformats.org/drawingml/2006/main">
            <a:r>
              <a:t>Panduan_Pengguna_An-Nahl_2026-10-30.pdf, bagian 14–15. Screenshot lokal 30 Oktober 2026; panel pengurus menggunakan data demo. Naskah pelatihan disusun 31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Perbarui informasi halaman</a:t>
            </a:r>
          </a:p>
          <a:p xmlns:a="http://schemas.openxmlformats.org/drawingml/2006/main">
            <a:r>
              <a:t>DURASI: 5 menit</a:t>
            </a:r>
          </a:p>
          <a:p xmlns:a="http://schemas.openxmlformats.org/drawingml/2006/main">
            <a:r>
              <a:t/>
            </a:r>
          </a:p>
          <a:p xmlns:a="http://schemas.openxmlformats.org/drawingml/2006/main">
            <a:r>
              <a:t>UCAPKAN</a:t>
            </a:r>
          </a:p>
          <a:p xmlns:a="http://schemas.openxmlformats.org/drawingml/2006/main">
            <a:r>
              <a:t>Isi website dipakai untuk memperbarui informasi tanpa mengedit kode. Kita bisa mengatur Beranda, Tentang, Program, informasi pendaftaran, donasi, kontak, pengantar berita dan galeri, serta identitas footer dan WhatsApp. Pilih halaman, cari bagian yang sesuai, lalu klik Edit bagian.</a:t>
            </a:r>
          </a:p>
          <a:p xmlns:a="http://schemas.openxmlformats.org/drawingml/2006/main">
            <a:r>
              <a:t/>
            </a:r>
          </a:p>
          <a:p xmlns:a="http://schemas.openxmlformats.org/drawingml/2006/main">
            <a:r>
              <a:t>Setelah selesai mengisi, klik Selesai mengedit. Tombol itu baru menerapkan perubahan di editor. Lanjutkan dengan Simpan draft, cek Pratinjau desktop dan ponsel, kemudian Terbitkan perubahan. Kalau mengedit beberapa halaman, setiap halaman perlu disimpan dan diterbitkan masing-masing. Setelah terbit, buka halaman publik dan muat ulang.</a:t>
            </a:r>
          </a:p>
          <a:p xmlns:a="http://schemas.openxmlformats.org/drawingml/2006/main">
            <a:r>
              <a:t/>
            </a:r>
          </a:p>
          <a:p xmlns:a="http://schemas.openxmlformats.org/drawingml/2006/main">
            <a:r>
              <a:t>Perhatikan informasi seperti biaya, jadwal, nomor kontak, dan rekening. Gunakan data yang sudah disepakati pondok. Untuk QRIS, buka Informasi donasi, bagian Metode Pembayaran, lalu pilih gambar QRIS resmi. Setelah dipasang, cek kode dan tujuan pembayaran. Bagian tertentu bisa disembunyikan lalu dipulihkan, tetapi perubahan tampil setelah diterbitkan.</a:t>
            </a:r>
          </a:p>
          <a:p xmlns:a="http://schemas.openxmlformats.org/drawingml/2006/main">
            <a:r>
              <a:t/>
            </a:r>
          </a:p>
          <a:p xmlns:a="http://schemas.openxmlformats.org/drawingml/2006/main">
            <a:r>
              <a:t>DEMO / CARA MENYAMPAIKAN</a:t>
            </a:r>
          </a:p>
          <a:p xmlns:a="http://schemas.openxmlformats.org/drawingml/2006/main">
            <a:r>
              <a:t>1. Di demo: Isi website → pilih Beranda → Edit bagian → ubah satu teks contoh → Selesai mengedit.</a:t>
            </a:r>
          </a:p>
          <a:p xmlns:a="http://schemas.openxmlformats.org/drawingml/2006/main">
            <a:r>
              <a:t>2. Simpan draft → Pratinjau Desktop dan Ponsel → kembali ke editor. Tunjukkan Terbitkan perubahan di demo.</a:t>
            </a:r>
          </a:p>
          <a:p xmlns:a="http://schemas.openxmlformats.org/drawingml/2006/main">
            <a:r>
              <a:t>3. Sebutkan lokasi Kontak &amp; lokasi dan Informasi donasi tanpa mengganti informasi asli.</a:t>
            </a:r>
          </a:p>
          <a:p xmlns:a="http://schemas.openxmlformats.org/drawingml/2006/main">
            <a:r>
              <a:t/>
            </a:r>
          </a:p>
          <a:p xmlns:a="http://schemas.openxmlformats.org/drawingml/2006/main">
            <a:r>
              <a:t>TANYAKAN</a:t>
            </a:r>
          </a:p>
          <a:p xmlns:a="http://schemas.openxmlformats.org/drawingml/2006/main">
            <a:r>
              <a:t>Setelah menekan Selesai mengedit, apakah halaman publik langsung berubah?</a:t>
            </a:r>
          </a:p>
          <a:p xmlns:a="http://schemas.openxmlformats.org/drawingml/2006/main">
            <a:r>
              <a:t/>
            </a:r>
          </a:p>
          <a:p xmlns:a="http://schemas.openxmlformats.org/drawingml/2006/main">
            <a:r>
              <a:t>JAWABAN / ARAHAN</a:t>
            </a:r>
          </a:p>
          <a:p xmlns:a="http://schemas.openxmlformats.org/drawingml/2006/main">
            <a:r>
              <a:t>Belum. Simpan draft, tinjau, lalu Terbitkan perubahan.</a:t>
            </a:r>
          </a:p>
          <a:p xmlns:a="http://schemas.openxmlformats.org/drawingml/2006/main">
            <a:r>
              <a:t/>
            </a:r>
          </a:p>
          <a:p xmlns:a="http://schemas.openxmlformats.org/drawingml/2006/main">
            <a:r>
              <a:t>TRANSISI</a:t>
            </a:r>
          </a:p>
          <a:p xmlns:a="http://schemas.openxmlformats.org/drawingml/2006/main">
            <a:r>
              <a:t>Website juga menerima kiriman. Kita perlu tahu tempat membaca dan menindaklanjutinya.</a:t>
            </a:r>
          </a:p>
          <a:p xmlns:a="http://schemas.openxmlformats.org/drawingml/2006/main">
            <a:r>
              <a:t/>
            </a:r>
          </a:p>
          <a:p xmlns:a="http://schemas.openxmlformats.org/drawingml/2006/main">
            <a:r>
              <a:t>SUMBER</a:t>
            </a:r>
          </a:p>
          <a:p xmlns:a="http://schemas.openxmlformats.org/drawingml/2006/main">
            <a:r>
              <a:t>Panduan_Pengguna_An-Nahl_2026-10-30.pdf, bagian 16–18. Screenshot lokal 30 Oktober 2026; panel pengurus menggunakan data demo. Naskah pelatihan disusun 31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Tindak lanjuti pesan dan rekap</a:t>
            </a:r>
          </a:p>
          <a:p xmlns:a="http://schemas.openxmlformats.org/drawingml/2006/main">
            <a:r>
              <a:t>DURASI: 4 menit</a:t>
            </a:r>
          </a:p>
          <a:p xmlns:a="http://schemas.openxmlformats.org/drawingml/2006/main">
            <a:r>
              <a:t/>
            </a:r>
          </a:p>
          <a:p xmlns:a="http://schemas.openxmlformats.org/drawingml/2006/main">
            <a:r>
              <a:t>UCAPKAN</a:t>
            </a:r>
          </a:p>
          <a:p xmlns:a="http://schemas.openxmlformats.org/drawingml/2006/main">
            <a:r>
              <a:t>Pesan kontak dibaca di Pesan masuk. Klik Lihat isian, baca kebutuhan pengirim, lalu hubungi melalui email atau nomor yang dicantumkan. Setelah ditangani, ubah status menjadi diproses atau selesai dan klik Simpan status. Mengubah status tidak mengirim balasan otomatis.</a:t>
            </a:r>
          </a:p>
          <a:p xmlns:a="http://schemas.openxmlformats.org/drawingml/2006/main">
            <a:r>
              <a:t/>
            </a:r>
          </a:p>
          <a:p xmlns:a="http://schemas.openxmlformats.org/drawingml/2006/main">
            <a:r>
              <a:t>Pendaftaran dan konfirmasi donasi memakai Google Sheets. Buka menu rekap yang sesuai, lalu klik Edit / hapus rekap di Google Sheets dengan akun Google yang sudah diberi izin. Cek data serta lampiran sebelum menghubungi wali atau donatur. Jangan mengubah judul kolom, susunan, atau tab rekap tanpa koordinasi.</a:t>
            </a:r>
          </a:p>
          <a:p xmlns:a="http://schemas.openxmlformats.org/drawingml/2006/main">
            <a:r>
              <a:t/>
            </a:r>
          </a:p>
          <a:p xmlns:a="http://schemas.openxmlformats.org/drawingml/2006/main">
            <a:r>
              <a:t>Khusus donasi, cocokkan bukti dan nominal dengan penerimaan bank atau e-wallet. Formulir konfirmasi bukan verifikasi pembayaran. Rekap donasi dapat diekspor sebagai Excel untuk salinan kerja. Di screenshot demo, pesan masih kosong; kita gunakan contoh cerita, bukan menampilkan data pendaftar atau donatur.</a:t>
            </a:r>
          </a:p>
          <a:p xmlns:a="http://schemas.openxmlformats.org/drawingml/2006/main">
            <a:r>
              <a:t/>
            </a:r>
          </a:p>
          <a:p xmlns:a="http://schemas.openxmlformats.org/drawingml/2006/main">
            <a:r>
              <a:t>DEMO / CARA MENYAMPAIKAN</a:t>
            </a:r>
          </a:p>
          <a:p xmlns:a="http://schemas.openxmlformats.org/drawingml/2006/main">
            <a:r>
              <a:t>1. Tunjukkan lokasi Pesan masuk, Rekap pendaftaran, dan Rekap donasi. Gunakan data contoh bila ada.</a:t>
            </a:r>
          </a:p>
          <a:p xmlns:a="http://schemas.openxmlformats.org/drawingml/2006/main">
            <a:r>
              <a:t>2. Jelaskan satu contoh: wali bertanya syarat pendaftaran → balas lewat kontaknya → simpan status selesai.</a:t>
            </a:r>
          </a:p>
          <a:p xmlns:a="http://schemas.openxmlformats.org/drawingml/2006/main">
            <a:r>
              <a:t>3. Jika Google Sheets belum bisa dibuka, tunjukkan langkah dari screenshot/manual; jangan memperlihatkan data pribadi di proyektor.</a:t>
            </a:r>
          </a:p>
          <a:p xmlns:a="http://schemas.openxmlformats.org/drawingml/2006/main">
            <a:r>
              <a:t/>
            </a:r>
          </a:p>
          <a:p xmlns:a="http://schemas.openxmlformats.org/drawingml/2006/main">
            <a:r>
              <a:t>TANYAKAN</a:t>
            </a:r>
          </a:p>
          <a:p xmlns:a="http://schemas.openxmlformats.org/drawingml/2006/main">
            <a:r>
              <a:t>Jika sebuah pesan kita ubah menjadi selesai, apakah pengirim otomatis menerima balasan?</a:t>
            </a:r>
          </a:p>
          <a:p xmlns:a="http://schemas.openxmlformats.org/drawingml/2006/main">
            <a:r>
              <a:t/>
            </a:r>
          </a:p>
          <a:p xmlns:a="http://schemas.openxmlformats.org/drawingml/2006/main">
            <a:r>
              <a:t>JAWABAN / ARAHAN</a:t>
            </a:r>
          </a:p>
          <a:p xmlns:a="http://schemas.openxmlformats.org/drawingml/2006/main">
            <a:r>
              <a:t>Tidak. Balasan dilakukan melalui kanal kontak pengirim.</a:t>
            </a:r>
          </a:p>
          <a:p xmlns:a="http://schemas.openxmlformats.org/drawingml/2006/main">
            <a:r>
              <a:t/>
            </a:r>
          </a:p>
          <a:p xmlns:a="http://schemas.openxmlformats.org/drawingml/2006/main">
            <a:r>
              <a:t>TRANSISI</a:t>
            </a:r>
          </a:p>
          <a:p xmlns:a="http://schemas.openxmlformats.org/drawingml/2006/main">
            <a:r>
              <a:t>Berikutnya, kita pelajari pengaturan akun dan cara memperbaiki kesalahan.</a:t>
            </a:r>
          </a:p>
          <a:p xmlns:a="http://schemas.openxmlformats.org/drawingml/2006/main">
            <a:r>
              <a:t/>
            </a:r>
          </a:p>
          <a:p xmlns:a="http://schemas.openxmlformats.org/drawingml/2006/main">
            <a:r>
              <a:t>SUMBER</a:t>
            </a:r>
          </a:p>
          <a:p xmlns:a="http://schemas.openxmlformats.org/drawingml/2006/main">
            <a:r>
              <a:t>Panduan_Pengguna_An-Nahl_2026-10-30.pdf, bagian 19–21. Screenshot lokal 30 Oktober 2026; panel pengurus menggunakan data demo. Naskah pelatihan disusun 31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Atur akses dan pulihkan pekerjaan</a:t>
            </a:r>
          </a:p>
          <a:p xmlns:a="http://schemas.openxmlformats.org/drawingml/2006/main">
            <a:r>
              <a:t>DURASI: 3 menit</a:t>
            </a:r>
          </a:p>
          <a:p xmlns:a="http://schemas.openxmlformats.org/drawingml/2006/main">
            <a:r>
              <a:t/>
            </a:r>
          </a:p>
          <a:p xmlns:a="http://schemas.openxmlformats.org/drawingml/2006/main">
            <a:r>
              <a:t>UCAPKAN</a:t>
            </a:r>
          </a:p>
          <a:p xmlns:a="http://schemas.openxmlformats.org/drawingml/2006/main">
            <a:r>
              <a:t>Di Kelola akun pengurus, Admin dapat mengatur peran dan status aktif pengurus lain. Peran Penulis untuk menyiapkan draft; Admin untuk pengelolaan penuh. Jangan mengubah akun sendiri lewat daftar ini. Akun baru dan tautan aktivasi disiapkan pengelola teknis. Izin website dan izin Google Sheets atau Drive diatur terpisah.</a:t>
            </a:r>
          </a:p>
          <a:p xmlns:a="http://schemas.openxmlformats.org/drawingml/2006/main">
            <a:r>
              <a:t/>
            </a:r>
          </a:p>
          <a:p xmlns:a="http://schemas.openxmlformats.org/drawingml/2006/main">
            <a:r>
              <a:t>Kalau berita tidak sengaja dihapus, cari di Arsip, lalu Pulihkan ke draft. Periksa lagi sebelum diterbitkan. Untuk isi halaman, buka Riwayat penerbitan halaman dan pulihkan sebagai draft. Riwayat berita juga bisa memuat teks versi sebelumnya, tetapi tetap memakai foto saat ini. Ini berbeda dari galeri yang tidak punya Arsip.</a:t>
            </a:r>
          </a:p>
          <a:p xmlns:a="http://schemas.openxmlformats.org/drawingml/2006/main">
            <a:r>
              <a:t/>
            </a:r>
          </a:p>
          <a:p xmlns:a="http://schemas.openxmlformats.org/drawingml/2006/main">
            <a:r>
              <a:t>Kalau penyimpanan ditolak karena ada pengurus lain yang mengedit, simpan salinan teks penting, buka versi terbaru, lalu sepakati perubahan. Jika ada kendala, catat menu, waktu, langkah terakhir, dan pesan yang muncul untuk dikirim ke pengelola.</a:t>
            </a:r>
          </a:p>
          <a:p xmlns:a="http://schemas.openxmlformats.org/drawingml/2006/main">
            <a:r>
              <a:t/>
            </a:r>
          </a:p>
          <a:p xmlns:a="http://schemas.openxmlformats.org/drawingml/2006/main">
            <a:r>
              <a:t>DEMO / CARA MENYAMPAIKAN</a:t>
            </a:r>
          </a:p>
          <a:p xmlns:a="http://schemas.openxmlformats.org/drawingml/2006/main">
            <a:r>
              <a:t>1. Tunjukkan daftar akun demo tanpa mengubah akses peserta.</a:t>
            </a:r>
          </a:p>
          <a:p xmlns:a="http://schemas.openxmlformats.org/drawingml/2006/main">
            <a:r>
              <a:t>2. Tunjukkan filter Arsip pada Berita dan lokasi Riwayat penerbitan halaman. Gunakan konten latihan jika mendemokan pemulihan.</a:t>
            </a:r>
          </a:p>
          <a:p xmlns:a="http://schemas.openxmlformats.org/drawingml/2006/main">
            <a:r>
              <a:t/>
            </a:r>
          </a:p>
          <a:p xmlns:a="http://schemas.openxmlformats.org/drawingml/2006/main">
            <a:r>
              <a:t>TANYAKAN</a:t>
            </a:r>
          </a:p>
          <a:p xmlns:a="http://schemas.openxmlformats.org/drawingml/2006/main">
            <a:r>
              <a:t>Berita yang dipulihkan dari Arsip langsung terbit atau kembali menjadi draft?</a:t>
            </a:r>
          </a:p>
          <a:p xmlns:a="http://schemas.openxmlformats.org/drawingml/2006/main">
            <a:r>
              <a:t/>
            </a:r>
          </a:p>
          <a:p xmlns:a="http://schemas.openxmlformats.org/drawingml/2006/main">
            <a:r>
              <a:t>JAWABAN / ARAHAN</a:t>
            </a:r>
          </a:p>
          <a:p xmlns:a="http://schemas.openxmlformats.org/drawingml/2006/main">
            <a:r>
              <a:t>Kembali menjadi draft; perlu ditinjau dan diterbitkan lagi.</a:t>
            </a:r>
          </a:p>
          <a:p xmlns:a="http://schemas.openxmlformats.org/drawingml/2006/main">
            <a:r>
              <a:t/>
            </a:r>
          </a:p>
          <a:p xmlns:a="http://schemas.openxmlformats.org/drawingml/2006/main">
            <a:r>
              <a:t>TRANSISI</a:t>
            </a:r>
          </a:p>
          <a:p xmlns:a="http://schemas.openxmlformats.org/drawingml/2006/main">
            <a:r>
              <a:t>Sekarang teman-teman mencoba sendiri. Kita mulai dari satu berita latihan.</a:t>
            </a:r>
          </a:p>
          <a:p xmlns:a="http://schemas.openxmlformats.org/drawingml/2006/main">
            <a:r>
              <a:t/>
            </a:r>
          </a:p>
          <a:p xmlns:a="http://schemas.openxmlformats.org/drawingml/2006/main">
            <a:r>
              <a:t>SUMBER</a:t>
            </a:r>
          </a:p>
          <a:p xmlns:a="http://schemas.openxmlformats.org/drawingml/2006/main">
            <a:r>
              <a:t>Panduan_Pengguna_An-Nahl_2026-10-30.pdf, bagian 13, 18, 22, 25. Screenshot lokal 30 Oktober 2026; panel pengurus menggunakan data demo. Naskah pelatihan disusun 31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Latihan: satu berita kegiatan</a:t>
            </a:r>
          </a:p>
          <a:p xmlns:a="http://schemas.openxmlformats.org/drawingml/2006/main">
            <a:r>
              <a:t>DURASI: 7 menit</a:t>
            </a:r>
          </a:p>
          <a:p xmlns:a="http://schemas.openxmlformats.org/drawingml/2006/main">
            <a:r>
              <a:t/>
            </a:r>
          </a:p>
          <a:p xmlns:a="http://schemas.openxmlformats.org/drawingml/2006/main">
            <a:r>
              <a:t>UCAPKAN</a:t>
            </a:r>
          </a:p>
          <a:p xmlns:a="http://schemas.openxmlformats.org/drawingml/2006/main">
            <a:r>
              <a:t>Sekarang silakan buat berita berjudul Latihan: Kegiatan Tahfidz Pagi. Pilih kategori Keagamaan. Tulis dua paragraf: paragraf pertama menjelaskan kegiatan, waktu, dan tempat; paragraf kedua menjelaskan manfaatnya. Gunakan data contoh. Tambahkan foto yang sudah disiapkan bila tersedia. Buka Pratinjau, lalu simpan draft.</a:t>
            </a:r>
          </a:p>
          <a:p xmlns:a="http://schemas.openxmlformats.org/drawingml/2006/main">
            <a:r>
              <a:t/>
            </a:r>
          </a:p>
          <a:p xmlns:a="http://schemas.openxmlformats.org/drawingml/2006/main">
            <a:r>
              <a:t>Setelah selesai, minta teman di sebelah mengecek judul, isi, kategori, dan foto. Temukan kembali draft lewat menu Berita. Untuk yang memakai demo, kita bisa lanjut mencoba menerbitkan di demo. Di produksi, biarkan berita latihan sebagai draft dan jangan terbitkan.</a:t>
            </a:r>
          </a:p>
          <a:p xmlns:a="http://schemas.openxmlformats.org/drawingml/2006/main">
            <a:r>
              <a:t/>
            </a:r>
          </a:p>
          <a:p xmlns:a="http://schemas.openxmlformats.org/drawingml/2006/main">
            <a:r>
              <a:t>Target latihan ini adalah setiap peserta bisa menemukan draft kembali dan menjelaskan bedanya dengan berita terbit. Jika belum selesai, angkat tangan agar kita bantu dari langkah terakhir, bukan mengulang semuanya.</a:t>
            </a:r>
          </a:p>
          <a:p xmlns:a="http://schemas.openxmlformats.org/drawingml/2006/main">
            <a:r>
              <a:t/>
            </a:r>
          </a:p>
          <a:p xmlns:a="http://schemas.openxmlformats.org/drawingml/2006/main">
            <a:r>
              <a:t>DEMO / CARA MENYAMPAIKAN</a:t>
            </a:r>
          </a:p>
          <a:p xmlns:a="http://schemas.openxmlformats.org/drawingml/2006/main">
            <a:r>
              <a:t>1. Berikan 4 menit untuk bekerja, 2 menit untuk saling memeriksa dan koreksi, serta 1 menit untuk berbagi hasil.</a:t>
            </a:r>
          </a:p>
          <a:p xmlns:a="http://schemas.openxmlformats.org/drawingml/2006/main">
            <a:r>
              <a:t>2. Berkeliling atau minta peserta menyebutkan tombol terakhir yang dipakai. Dampingi peserta yang belum berhasil menyimpan.</a:t>
            </a:r>
          </a:p>
          <a:p xmlns:a="http://schemas.openxmlformats.org/drawingml/2006/main">
            <a:r>
              <a:t>3. Jika perangkat atau akun terbatas, latihan berpasangan: satu menjalankan, satu menjelaskan, lalu bertukar.</a:t>
            </a:r>
          </a:p>
          <a:p xmlns:a="http://schemas.openxmlformats.org/drawingml/2006/main">
            <a:r>
              <a:t/>
            </a:r>
          </a:p>
          <a:p xmlns:a="http://schemas.openxmlformats.org/drawingml/2006/main">
            <a:r>
              <a:t>TANYAKAN</a:t>
            </a:r>
          </a:p>
          <a:p xmlns:a="http://schemas.openxmlformats.org/drawingml/2006/main">
            <a:r>
              <a:t>Tunjukkan draft kalian. Apa yang harus dilakukan sebelum berita ini boleh tampil untuk pengunjung?</a:t>
            </a:r>
          </a:p>
          <a:p xmlns:a="http://schemas.openxmlformats.org/drawingml/2006/main">
            <a:r>
              <a:t/>
            </a:r>
          </a:p>
          <a:p xmlns:a="http://schemas.openxmlformats.org/drawingml/2006/main">
            <a:r>
              <a:t>JAWABAN / ARAHAN</a:t>
            </a:r>
          </a:p>
          <a:p xmlns:a="http://schemas.openxmlformats.org/drawingml/2006/main">
            <a:r>
              <a:t>Cek fakta dan foto, tinjau pratinjau, lalu Admin menerbitkan dan memeriksa halaman publik.</a:t>
            </a:r>
          </a:p>
          <a:p xmlns:a="http://schemas.openxmlformats.org/drawingml/2006/main">
            <a:r>
              <a:t/>
            </a:r>
          </a:p>
          <a:p xmlns:a="http://schemas.openxmlformats.org/drawingml/2006/main">
            <a:r>
              <a:t>TRANSISI</a:t>
            </a:r>
          </a:p>
          <a:p xmlns:a="http://schemas.openxmlformats.org/drawingml/2006/main">
            <a:r>
              <a:t>Kita tutup dengan kebiasaan kerja yang perlu dipakai setelah pelatihan ini.</a:t>
            </a:r>
          </a:p>
          <a:p xmlns:a="http://schemas.openxmlformats.org/drawingml/2006/main">
            <a:r>
              <a:t/>
            </a:r>
          </a:p>
          <a:p xmlns:a="http://schemas.openxmlformats.org/drawingml/2006/main">
            <a:r>
              <a:t>SUMBER</a:t>
            </a:r>
          </a:p>
          <a:p xmlns:a="http://schemas.openxmlformats.org/drawingml/2006/main">
            <a:r>
              <a:t>Panduan_Pengguna_An-Nahl_2026-10-30.pdf, bagian 11 dan 23–24; skenario latihan disusun untuk sesi ini. Screenshot lokal 30 Oktober 2026; panel pengurus menggunakan data demo. Naskah pelatihan disusun 31 Oktober 2026.</a:t>
            </a:r>
          </a:p>
          <a:p xmlns:a="http://schemas.openxmlformats.org/drawingml/2006/main">
            <a:r>
              <a:t/>
            </a:r>
          </a:p>
          <a:p xmlns:a="http://schemas.openxmlformats.org/drawingml/2006/main">
            <a:r>
              <a:t>Foto latihan asli: public/media/efc3c76e6e6f427e-1600.jpg, dirujuk src/data/photos.js sebagai foto 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Alur kerja setelah pelatihan</a:t>
            </a:r>
          </a:p>
          <a:p xmlns:a="http://schemas.openxmlformats.org/drawingml/2006/main">
            <a:r>
              <a:t>DURASI: 3 menit</a:t>
            </a:r>
          </a:p>
          <a:p xmlns:a="http://schemas.openxmlformats.org/drawingml/2006/main">
            <a:r>
              <a:t/>
            </a:r>
          </a:p>
          <a:p xmlns:a="http://schemas.openxmlformats.org/drawingml/2006/main">
            <a:r>
              <a:t>UCAPKAN</a:t>
            </a:r>
          </a:p>
          <a:p xmlns:a="http://schemas.openxmlformats.org/drawingml/2006/main">
            <a:r>
              <a:t>Setelah sesi ini, gunakan urutan sederhana: periksa kiriman, perbarui informasi yang diperlukan, simpan, lalu cek hasil di halaman publik. Sebelum menerbitkan, cek nama, tanggal, ejaan, foto, dan tautan. Setelah selesai bekerja di perangkat bersama, simpan pekerjaan dan keluar dari akun.</a:t>
            </a:r>
          </a:p>
          <a:p xmlns:a="http://schemas.openxmlformats.org/drawingml/2006/main">
            <a:r>
              <a:t/>
            </a:r>
          </a:p>
          <a:p xmlns:a="http://schemas.openxmlformats.org/drawingml/2006/main">
            <a:r>
              <a:t>Sebelum mulai bertugas, sepakati siapa yang menulis, siapa yang meninjau dan menerbitkan, serta siapa yang menangani pesan dan rekap. Untuk informasi penting seperti biaya, rekening, dan QRIS, pastikan ada sumber resmi dari pondok.</a:t>
            </a:r>
          </a:p>
          <a:p xmlns:a="http://schemas.openxmlformats.org/drawingml/2006/main">
            <a:r>
              <a:t/>
            </a:r>
          </a:p>
          <a:p xmlns:a="http://schemas.openxmlformats.org/drawingml/2006/main">
            <a:r>
              <a:t>Terima kasih sudah mencoba bersama. Kalau ada langkah yang terlupa, gunakan manual PDF dan panduan ini. Bila menemukan kendala, catat pesan yang muncul dan hubungi pengelola tanpa membagikan password atau data pribadi. Sebelum ditutup, bagian mana yang masih ingin dicoba ulang? Wassalamu’alaikum warahmatullahi wabarakatuh.</a:t>
            </a:r>
          </a:p>
          <a:p xmlns:a="http://schemas.openxmlformats.org/drawingml/2006/main">
            <a:r>
              <a:t/>
            </a:r>
          </a:p>
          <a:p xmlns:a="http://schemas.openxmlformats.org/drawingml/2006/main">
            <a:r>
              <a:t>DEMO / CARA MENYAMPAIKAN</a:t>
            </a:r>
          </a:p>
          <a:p xmlns:a="http://schemas.openxmlformats.org/drawingml/2006/main">
            <a:r>
              <a:t>1. Minta peserta menyebutkan kembali perbedaan draft dan terbit.</a:t>
            </a:r>
          </a:p>
          <a:p xmlns:a="http://schemas.openxmlformats.org/drawingml/2006/main">
            <a:r>
              <a:t>2. Tulis pembagian tugas yang disepakati tim. Berikan lokasi manual dan kontak pengelola yang benar saat sesi berlangsung.</a:t>
            </a:r>
          </a:p>
          <a:p xmlns:a="http://schemas.openxmlformats.org/drawingml/2006/main">
            <a:r>
              <a:t>3. Sediakan sekitar 1 menit untuk pertanyaan. Bila perlu penjelasan lebih panjang, lanjutkan diskusi setelah sesi utama.</a:t>
            </a:r>
          </a:p>
          <a:p xmlns:a="http://schemas.openxmlformats.org/drawingml/2006/main">
            <a:r>
              <a:t/>
            </a:r>
          </a:p>
          <a:p xmlns:a="http://schemas.openxmlformats.org/drawingml/2006/main">
            <a:r>
              <a:t>TANYAKAN</a:t>
            </a:r>
          </a:p>
          <a:p xmlns:a="http://schemas.openxmlformats.org/drawingml/2006/main">
            <a:r>
              <a:t>Siapa penanggung jawab penulisan, penerbitan, serta pesan dan rekap di tim kita?</a:t>
            </a:r>
          </a:p>
          <a:p xmlns:a="http://schemas.openxmlformats.org/drawingml/2006/main">
            <a:r>
              <a:t/>
            </a:r>
          </a:p>
          <a:p xmlns:a="http://schemas.openxmlformats.org/drawingml/2006/main">
            <a:r>
              <a:t>JAWABAN / ARAHAN</a:t>
            </a:r>
          </a:p>
          <a:p xmlns:a="http://schemas.openxmlformats.org/drawingml/2006/main">
            <a:r>
              <a:t>Isi berdasarkan kesepakatan tim saat pelatihan; presentasi ini tidak menetapkan nama atau jadwal pengurus.</a:t>
            </a:r>
          </a:p>
          <a:p xmlns:a="http://schemas.openxmlformats.org/drawingml/2006/main">
            <a:r>
              <a:t/>
            </a:r>
          </a:p>
          <a:p xmlns:a="http://schemas.openxmlformats.org/drawingml/2006/main">
            <a:r>
              <a:t>TRANSISI</a:t>
            </a:r>
          </a:p>
          <a:p xmlns:a="http://schemas.openxmlformats.org/drawingml/2006/main">
            <a:r>
              <a:t>Akhiri sesi setelah memastikan peserta tahu tugas berikutnya dan tempat meminta bantuan.</a:t>
            </a:r>
          </a:p>
          <a:p xmlns:a="http://schemas.openxmlformats.org/drawingml/2006/main">
            <a:r>
              <a:t/>
            </a:r>
          </a:p>
          <a:p xmlns:a="http://schemas.openxmlformats.org/drawingml/2006/main">
            <a:r>
              <a:t>SUMBER</a:t>
            </a:r>
          </a:p>
          <a:p xmlns:a="http://schemas.openxmlformats.org/drawingml/2006/main">
            <a:r>
              <a:t>Panduan_Pengguna_An-Nahl_2026-10-30.pdf, bagian 24–27. Screenshot lokal 30 Oktober 2026; panel pengurus menggunakan data demo. Naskah pelatihan disusun 31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e6d3aa657b423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9732149c3a4e2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976652c24044a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cf8523744bd471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1d8eb1e5fb14d3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efcea73ec1249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E24253-393B-4705-A11E-0DF93BE3085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0397513-20B4-4CC4-AC69-A5EF7724E1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0C6AC3B-5379-479F-9640-976EF23B6A9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21090D-42D1-4A46-A1B7-B693CB03D0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040ED2D-7801-4384-86F0-2F338B49D50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3B90ADA-6C82-42CB-85AB-BBC85B372D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1AA9842-DC36-4B98-B309-282D3045F9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B08C13C-9C59-4185-8188-42D1418A7D3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A40C50-1EA8-4C2C-977B-A041BA4651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B7EBA8-EC60-4F18-9D1B-0A75DB7931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4be5b6301b416e" /><Relationship Type="http://schemas.openxmlformats.org/officeDocument/2006/relationships/slideLayout" Target="/ppt/slideLayouts/slideLayout1.xml" Id="R04521e8490344452" /><Relationship Type="http://schemas.openxmlformats.org/officeDocument/2006/relationships/slideLayout" Target="/ppt/slideLayouts/slideLayout2.xml" Id="R007cbd335d9b43b0" /><Relationship Type="http://schemas.openxmlformats.org/officeDocument/2006/relationships/slideLayout" Target="/ppt/slideLayouts/slideLayout3.xml" Id="R50d82fe53a6d4209" /><Relationship Type="http://schemas.openxmlformats.org/officeDocument/2006/relationships/slideLayout" Target="/ppt/slideLayouts/slideLayout4.xml" Id="R58396b4ce0764561" /><Relationship Type="http://schemas.openxmlformats.org/officeDocument/2006/relationships/slideLayout" Target="/ppt/slideLayouts/slideLayout5.xml" Id="R933788b3e0334eb3" /><Relationship Type="http://schemas.openxmlformats.org/officeDocument/2006/relationships/slideLayout" Target="/ppt/slideLayouts/slideLayout6.xml" Id="R24dfba2061bf41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521e8490344452"/>
    <p:sldLayoutId xmlns:r="http://schemas.openxmlformats.org/officeDocument/2006/relationships" id="2147483650" r:id="R007cbd335d9b43b0"/>
    <p:sldLayoutId xmlns:r="http://schemas.openxmlformats.org/officeDocument/2006/relationships" id="2147483651" r:id="R50d82fe53a6d4209"/>
    <p:sldLayoutId xmlns:r="http://schemas.openxmlformats.org/officeDocument/2006/relationships" id="2147483652" r:id="R58396b4ce0764561"/>
    <p:sldLayoutId xmlns:r="http://schemas.openxmlformats.org/officeDocument/2006/relationships" id="2147483653" r:id="R933788b3e0334eb3"/>
    <p:sldLayoutId xmlns:r="http://schemas.openxmlformats.org/officeDocument/2006/relationships" id="2147483654" r:id="R24dfba2061bf41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c1e980d01e149c9" /><Relationship Type="http://schemas.openxmlformats.org/officeDocument/2006/relationships/image" Target="/ppt/media/image.png" Id="R6f3f0b0a4800443a" /><Relationship Type="http://schemas.openxmlformats.org/officeDocument/2006/relationships/image" Target="/ppt/media/image.jpeg" Id="Rf90e5d9dadae43cc" /><Relationship Type="http://schemas.openxmlformats.org/officeDocument/2006/relationships/notesSlide" Target="/ppt/notesSlides/notesSlide1.xml" Id="R1874da1a9ba143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7077ab1b46943b4" /><Relationship Type="http://schemas.openxmlformats.org/officeDocument/2006/relationships/image" Target="/ppt/media/image2.jpeg" Id="R5df9e88256cd40dc" /><Relationship Type="http://schemas.openxmlformats.org/officeDocument/2006/relationships/notesSlide" Target="/ppt/notesSlides/notesSlide2.xml" Id="Refc1b239228b44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677e884157440f8" /><Relationship Type="http://schemas.openxmlformats.org/officeDocument/2006/relationships/image" Target="/ppt/media/image3.jpeg" Id="R1a0a895c1aad436f" /><Relationship Type="http://schemas.openxmlformats.org/officeDocument/2006/relationships/notesSlide" Target="/ppt/notesSlides/notesSlide3.xml" Id="R48b510b709c646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597d835b4b140b8" /><Relationship Type="http://schemas.openxmlformats.org/officeDocument/2006/relationships/image" Target="/ppt/media/image4.jpeg" Id="Rf92092eab55c4b2b" /><Relationship Type="http://schemas.openxmlformats.org/officeDocument/2006/relationships/notesSlide" Target="/ppt/notesSlides/notesSlide4.xml" Id="Rcd3ba3823cd441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aad3f2a19014dd0" /><Relationship Type="http://schemas.openxmlformats.org/officeDocument/2006/relationships/image" Target="/ppt/media/image5.jpeg" Id="Rce86d5683b854180" /><Relationship Type="http://schemas.openxmlformats.org/officeDocument/2006/relationships/notesSlide" Target="/ppt/notesSlides/notesSlide5.xml" Id="Ra40f7bb81ef14f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738914131e24dbd" /><Relationship Type="http://schemas.openxmlformats.org/officeDocument/2006/relationships/image" Target="/ppt/media/image6.jpeg" Id="Rfcf1a42536c94290" /><Relationship Type="http://schemas.openxmlformats.org/officeDocument/2006/relationships/notesSlide" Target="/ppt/notesSlides/notesSlide6.xml" Id="Rf18f32b1f2b545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a35992bd412489b" /><Relationship Type="http://schemas.openxmlformats.org/officeDocument/2006/relationships/notesSlide" Target="/ppt/notesSlides/notesSlide7.xml" Id="R044dc506e3b240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5b4e809bc9c4dad" /><Relationship Type="http://schemas.openxmlformats.org/officeDocument/2006/relationships/image" Target="/ppt/media/image7.jpeg" Id="Rd510eeedc83244fd" /><Relationship Type="http://schemas.openxmlformats.org/officeDocument/2006/relationships/notesSlide" Target="/ppt/notesSlides/notesSlide8.xml" Id="R8c308a060e5047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e00d4cfc03e429f" /><Relationship Type="http://schemas.openxmlformats.org/officeDocument/2006/relationships/image" Target="/ppt/media/image8.jpeg" Id="Re60b243d19dc4bcc" /><Relationship Type="http://schemas.openxmlformats.org/officeDocument/2006/relationships/notesSlide" Target="/ppt/notesSlides/notesSlide9.xml" Id="R0dbece40855a49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6b0169ef1b04e91" /><Relationship Type="http://schemas.openxmlformats.org/officeDocument/2006/relationships/notesSlide" Target="/ppt/notesSlides/notesSlide10.xml" Id="Rfd5847f1204049e0" /></Relationships>
</file>

<file path=ppt/slides/slide1.xml><?xml version="1.0" encoding="utf-8"?>
<p:sld xmlns:p="http://schemas.openxmlformats.org/presentationml/2006/main">
  <p:cSld>
    <p:bg>
      <p:bgPr>
        <a:solidFill xmlns:a="http://schemas.openxmlformats.org/drawingml/2006/main">
          <a:srgbClr val="0B3026"/>
        </a:solidFill>
      </p:bgPr>
    </p:bg>
    <p:spTree>
      <p:nvGrpSpPr>
        <p:cNvPr id="1" name=""/>
        <p:cNvGrpSpPr/>
        <p:nvPr/>
      </p:nvGrpSpPr>
      <p:grpSpPr>
        <a:xfrm xmlns:a="http://schemas.openxmlformats.org/drawingml/2006/main"/>
      </p:grpSpPr>
      <p:sp>
        <p:nvSpPr>
          <p:cNvPr id="7" name="01 / 10">
            <a:extLst xmlns:a="http://schemas.openxmlformats.org/drawingml/2006/main">
              <a:ext uri="{FF2B5EF4-FFF2-40B4-BE49-F238E27FC236}">
                <a16:creationId xmlns:a16="http://schemas.microsoft.com/office/drawing/2014/main" id="{740B15F0-E5CF-495F-8EB2-D88CBBAA5B55}"/>
              </a:ext>
            </a:extLst>
          </p:cNvPr>
          <p:cNvSpPr>
            <a:spLocks xmlns:a="http://schemas.openxmlformats.org/drawingml/2006/main" noGrp="1"/>
          </p:cNvSpPr>
          <p:nvPr/>
        </p:nvSpPr>
        <p:spPr>
          <a:xfrm xmlns:a="http://schemas.openxmlformats.org/drawingml/2006/main">
            <a:off x="10839450" y="640080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D5E1D7"/>
                </a:solidFill>
                <a:latin typeface="Arial"/>
                <a:ea typeface="Arial"/>
                <a:cs typeface="Arial"/>
              </a:defRPr>
            </a:defPPr>
            <a:lvl1pPr algn="l">
              <a:buNone/>
              <a:defRPr sz="1350" b="0">
                <a:solidFill>
                  <a:srgbClr val="D6E6D2"/>
                </a:solidFill>
                <a:latin typeface="Arial"/>
                <a:ea typeface="Arial"/>
                <a:cs typeface="Arial"/>
              </a:defRPr>
            </a:lvl1pPr>
            <a:lvl2pPr algn="l">
              <a:buNone/>
              <a:defRPr sz="1350" b="0">
                <a:solidFill>
                  <a:srgbClr val="D6E6D2"/>
                </a:solidFill>
                <a:latin typeface="Arial"/>
                <a:ea typeface="Arial"/>
                <a:cs typeface="Arial"/>
              </a:defRPr>
            </a:lvl2pPr>
            <a:lvl3pPr algn="l">
              <a:buNone/>
              <a:defRPr sz="1350" b="0">
                <a:solidFill>
                  <a:srgbClr val="D6E6D2"/>
                </a:solidFill>
                <a:latin typeface="Arial"/>
                <a:ea typeface="Arial"/>
                <a:cs typeface="Arial"/>
              </a:defRPr>
            </a:lvl3pPr>
            <a:lvl4pPr algn="l">
              <a:buNone/>
              <a:defRPr sz="1350" b="0">
                <a:solidFill>
                  <a:srgbClr val="D6E6D2"/>
                </a:solidFill>
                <a:latin typeface="Arial"/>
                <a:ea typeface="Arial"/>
                <a:cs typeface="Arial"/>
              </a:defRPr>
            </a:lvl4pPr>
            <a:lvl5pPr algn="l">
              <a:buNone/>
              <a:defRPr sz="1350" b="0">
                <a:solidFill>
                  <a:srgbClr val="D6E6D2"/>
                </a:solidFill>
                <a:latin typeface="Arial"/>
                <a:ea typeface="Arial"/>
                <a:cs typeface="Arial"/>
              </a:defRPr>
            </a:lvl5pPr>
            <a:lvl6pPr algn="l">
              <a:buNone/>
              <a:defRPr sz="1350" b="0">
                <a:solidFill>
                  <a:srgbClr val="D6E6D2"/>
                </a:solidFill>
                <a:latin typeface="Arial"/>
                <a:ea typeface="Arial"/>
                <a:cs typeface="Arial"/>
              </a:defRPr>
            </a:lvl6pPr>
            <a:lvl7pPr algn="l">
              <a:buNone/>
              <a:defRPr sz="1350" b="0">
                <a:solidFill>
                  <a:srgbClr val="D6E6D2"/>
                </a:solidFill>
                <a:latin typeface="Arial"/>
                <a:ea typeface="Arial"/>
                <a:cs typeface="Arial"/>
              </a:defRPr>
            </a:lvl7pPr>
            <a:lvl8pPr algn="l">
              <a:buNone/>
              <a:defRPr sz="1350" b="0">
                <a:solidFill>
                  <a:srgbClr val="D6E6D2"/>
                </a:solidFill>
                <a:latin typeface="Arial"/>
                <a:ea typeface="Arial"/>
                <a:cs typeface="Arial"/>
              </a:defRPr>
            </a:lvl8pPr>
            <a:lvl9pPr algn="l">
              <a:buNone/>
              <a:defRPr sz="1350" b="0">
                <a:solidFill>
                  <a:srgbClr val="D6E6D2"/>
                </a:solidFill>
                <a:latin typeface="Arial"/>
                <a:ea typeface="Arial"/>
                <a:cs typeface="Arial"/>
              </a:defRPr>
            </a:lvl9pPr>
          </a:lstStyle>
          <a:p xmlns:a="http://schemas.openxmlformats.org/drawingml/2006/main">
            <a:pPr algn="l">
              <a:buNone/>
              <a:defRPr sz="1350" b="0">
                <a:solidFill>
                  <a:srgbClr val="D5E1D7"/>
                </a:solidFill>
                <a:latin typeface="Arial"/>
                <a:ea typeface="Arial"/>
                <a:cs typeface="Arial"/>
              </a:defRPr>
            </a:pPr>
            <a:r>
              <a:rPr sz="1350" b="0">
                <a:solidFill>
                  <a:srgbClr val="D5E1D7"/>
                </a:solidFill>
                <a:latin typeface="Arial"/>
                <a:ea typeface="Arial"/>
                <a:cs typeface="Arial"/>
              </a:rPr>
              <a:t>01 / 10</a:t>
            </a:r>
          </a:p>
        </p:txBody>
      </p:sp>
      <p:pic>
        <p:nvPicPr>
          <p:cNvPr id="2" name="">
            <a:extLst xmlns:a="http://schemas.openxmlformats.org/drawingml/2006/main">
              <a:ext uri="{FF2B5EF4-FFF2-40B4-BE49-F238E27FC236}">
                <a16:creationId xmlns:a16="http://schemas.microsoft.com/office/drawing/2014/main" id="{80DAB399-5050-4F9E-A307-6DC6BC618603}"/>
              </a:ext>
            </a:extLst>
          </p:cNvPr>
          <p:cNvPicPr>
            <a:picLocks xmlns:a="http://schemas.openxmlformats.org/drawingml/2006/main" noChangeAspect="1"/>
          </p:cNvPicPr>
          <p:nvPr/>
        </p:nvPicPr>
        <p:blipFill>
          <a:blip xmlns:r="http://schemas.openxmlformats.org/officeDocument/2006/relationships" xmlns:a="http://schemas.openxmlformats.org/drawingml/2006/main" r:embed="R6f3f0b0a4800443a"/>
          <a:srcRect xmlns:a="http://schemas.openxmlformats.org/drawingml/2006/main" l="0" t="0" r="0" b="0"/>
          <a:stretch xmlns:a="http://schemas.openxmlformats.org/drawingml/2006/main"/>
        </p:blipFill>
        <p:spPr>
          <a:xfrm xmlns:a="http://schemas.openxmlformats.org/drawingml/2006/main">
            <a:off x="533400" y="333375"/>
            <a:ext cx="1866900" cy="1009650"/>
          </a:xfrm>
          <a:prstGeom xmlns:a="http://schemas.openxmlformats.org/drawingml/2006/main" prst="rect">
            <a:avLst/>
          </a:prstGeom>
        </p:spPr>
      </p:pic>
      <p:sp>
        <p:nvSpPr>
          <p:cNvPr id="3" name="PELATIHAN TIM ADMIN">
            <a:extLst xmlns:a="http://schemas.openxmlformats.org/drawingml/2006/main">
              <a:ext uri="{FF2B5EF4-FFF2-40B4-BE49-F238E27FC236}">
                <a16:creationId xmlns:a16="http://schemas.microsoft.com/office/drawing/2014/main" id="{8C252D93-0D68-4093-946B-AB726CEEA469}"/>
              </a:ext>
            </a:extLst>
          </p:cNvPr>
          <p:cNvSpPr>
            <a:spLocks xmlns:a="http://schemas.openxmlformats.org/drawingml/2006/main" noGrp="1"/>
          </p:cNvSpPr>
          <p:nvPr/>
        </p:nvSpPr>
        <p:spPr>
          <a:xfrm xmlns:a="http://schemas.openxmlformats.org/drawingml/2006/main">
            <a:off x="552450" y="1981200"/>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00" b="1">
                <a:solidFill>
                  <a:srgbClr val="E6C58B"/>
                </a:solidFill>
                <a:latin typeface="Arial"/>
                <a:ea typeface="Arial"/>
                <a:cs typeface="Arial"/>
              </a:defRPr>
            </a:defPPr>
            <a:lvl1pPr algn="l">
              <a:buNone/>
              <a:defRPr sz="4875" b="1">
                <a:solidFill>
                  <a:srgbClr val="FFFFFF"/>
                </a:solidFill>
                <a:latin typeface="Arial"/>
                <a:ea typeface="Arial"/>
                <a:cs typeface="Arial"/>
              </a:defRPr>
            </a:lvl1pPr>
            <a:lvl2pPr algn="l">
              <a:buNone/>
              <a:defRPr sz="4875" b="1">
                <a:solidFill>
                  <a:srgbClr val="FFFFFF"/>
                </a:solidFill>
                <a:latin typeface="Arial"/>
                <a:ea typeface="Arial"/>
                <a:cs typeface="Arial"/>
              </a:defRPr>
            </a:lvl2pPr>
            <a:lvl3pPr algn="l">
              <a:buNone/>
              <a:defRPr sz="4875" b="1">
                <a:solidFill>
                  <a:srgbClr val="FFFFFF"/>
                </a:solidFill>
                <a:latin typeface="Arial"/>
                <a:ea typeface="Arial"/>
                <a:cs typeface="Arial"/>
              </a:defRPr>
            </a:lvl3pPr>
            <a:lvl4pPr algn="l">
              <a:buNone/>
              <a:defRPr sz="4875" b="1">
                <a:solidFill>
                  <a:srgbClr val="FFFFFF"/>
                </a:solidFill>
                <a:latin typeface="Arial"/>
                <a:ea typeface="Arial"/>
                <a:cs typeface="Arial"/>
              </a:defRPr>
            </a:lvl4pPr>
            <a:lvl5pPr algn="l">
              <a:buNone/>
              <a:defRPr sz="4875" b="1">
                <a:solidFill>
                  <a:srgbClr val="FFFFFF"/>
                </a:solidFill>
                <a:latin typeface="Arial"/>
                <a:ea typeface="Arial"/>
                <a:cs typeface="Arial"/>
              </a:defRPr>
            </a:lvl5pPr>
            <a:lvl6pPr algn="l">
              <a:buNone/>
              <a:defRPr sz="4875" b="1">
                <a:solidFill>
                  <a:srgbClr val="FFFFFF"/>
                </a:solidFill>
                <a:latin typeface="Arial"/>
                <a:ea typeface="Arial"/>
                <a:cs typeface="Arial"/>
              </a:defRPr>
            </a:lvl6pPr>
            <a:lvl7pPr algn="l">
              <a:buNone/>
              <a:defRPr sz="4875" b="1">
                <a:solidFill>
                  <a:srgbClr val="FFFFFF"/>
                </a:solidFill>
                <a:latin typeface="Arial"/>
                <a:ea typeface="Arial"/>
                <a:cs typeface="Arial"/>
              </a:defRPr>
            </a:lvl7pPr>
            <a:lvl8pPr algn="l">
              <a:buNone/>
              <a:defRPr sz="4875" b="1">
                <a:solidFill>
                  <a:srgbClr val="FFFFFF"/>
                </a:solidFill>
                <a:latin typeface="Arial"/>
                <a:ea typeface="Arial"/>
                <a:cs typeface="Arial"/>
              </a:defRPr>
            </a:lvl8pPr>
            <a:lvl9pPr algn="l">
              <a:buNone/>
              <a:defRPr sz="4875" b="1">
                <a:solidFill>
                  <a:srgbClr val="FFFFFF"/>
                </a:solidFill>
                <a:latin typeface="Arial"/>
                <a:ea typeface="Arial"/>
                <a:cs typeface="Arial"/>
              </a:defRPr>
            </a:lvl9pPr>
          </a:lstStyle>
          <a:p xmlns:a="http://schemas.openxmlformats.org/drawingml/2006/main">
            <a:pPr algn="l">
              <a:buNone/>
              <a:defRPr sz="1500" b="1">
                <a:solidFill>
                  <a:srgbClr val="E6C58B"/>
                </a:solidFill>
                <a:latin typeface="Arial"/>
                <a:ea typeface="Arial"/>
                <a:cs typeface="Arial"/>
              </a:defRPr>
            </a:pPr>
            <a:r>
              <a:rPr sz="1500" b="1">
                <a:solidFill>
                  <a:srgbClr val="E6C58B"/>
                </a:solidFill>
                <a:latin typeface="Arial"/>
                <a:ea typeface="Arial"/>
                <a:cs typeface="Arial"/>
              </a:rPr>
              <a:t>PELATIHAN TIM ADMIN</a:t>
            </a:r>
          </a:p>
        </p:txBody>
      </p:sp>
      <p:sp>
        <p:nvSpPr>
          <p:cNvPr id="4" name="Kelola website&#10;An-Nahl">
            <a:extLst xmlns:a="http://schemas.openxmlformats.org/drawingml/2006/main">
              <a:ext uri="{FF2B5EF4-FFF2-40B4-BE49-F238E27FC236}">
                <a16:creationId xmlns:a16="http://schemas.microsoft.com/office/drawing/2014/main" id="{F961420A-F813-4E03-A13B-48DABE089053}"/>
              </a:ext>
            </a:extLst>
          </p:cNvPr>
          <p:cNvSpPr>
            <a:spLocks xmlns:a="http://schemas.openxmlformats.org/drawingml/2006/main" noGrp="1"/>
          </p:cNvSpPr>
          <p:nvPr/>
        </p:nvSpPr>
        <p:spPr>
          <a:xfrm xmlns:a="http://schemas.openxmlformats.org/drawingml/2006/main">
            <a:off x="495300" y="2533650"/>
            <a:ext cx="61912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700" b="1">
                <a:solidFill>
                  <a:srgbClr val="FFFFFF"/>
                </a:solidFill>
                <a:latin typeface="Arial"/>
                <a:ea typeface="Arial"/>
                <a:cs typeface="Arial"/>
              </a:defRPr>
            </a:defPPr>
            <a:lvl1pPr algn="l">
              <a:buNone/>
              <a:defRPr sz="2925" b="0">
                <a:solidFill>
                  <a:srgbClr val="FFFFFF"/>
                </a:solidFill>
                <a:latin typeface="Arial"/>
                <a:ea typeface="Arial"/>
                <a:cs typeface="Arial"/>
              </a:defRPr>
            </a:lvl1pPr>
            <a:lvl2pPr algn="l">
              <a:buNone/>
              <a:defRPr sz="2925" b="0">
                <a:solidFill>
                  <a:srgbClr val="FFFFFF"/>
                </a:solidFill>
                <a:latin typeface="Arial"/>
                <a:ea typeface="Arial"/>
                <a:cs typeface="Arial"/>
              </a:defRPr>
            </a:lvl2pPr>
            <a:lvl3pPr algn="l">
              <a:buNone/>
              <a:defRPr sz="2925" b="0">
                <a:solidFill>
                  <a:srgbClr val="FFFFFF"/>
                </a:solidFill>
                <a:latin typeface="Arial"/>
                <a:ea typeface="Arial"/>
                <a:cs typeface="Arial"/>
              </a:defRPr>
            </a:lvl3pPr>
            <a:lvl4pPr algn="l">
              <a:buNone/>
              <a:defRPr sz="2925" b="0">
                <a:solidFill>
                  <a:srgbClr val="FFFFFF"/>
                </a:solidFill>
                <a:latin typeface="Arial"/>
                <a:ea typeface="Arial"/>
                <a:cs typeface="Arial"/>
              </a:defRPr>
            </a:lvl4pPr>
            <a:lvl5pPr algn="l">
              <a:buNone/>
              <a:defRPr sz="2925" b="0">
                <a:solidFill>
                  <a:srgbClr val="FFFFFF"/>
                </a:solidFill>
                <a:latin typeface="Arial"/>
                <a:ea typeface="Arial"/>
                <a:cs typeface="Arial"/>
              </a:defRPr>
            </a:lvl5pPr>
            <a:lvl6pPr algn="l">
              <a:buNone/>
              <a:defRPr sz="2925" b="0">
                <a:solidFill>
                  <a:srgbClr val="FFFFFF"/>
                </a:solidFill>
                <a:latin typeface="Arial"/>
                <a:ea typeface="Arial"/>
                <a:cs typeface="Arial"/>
              </a:defRPr>
            </a:lvl6pPr>
            <a:lvl7pPr algn="l">
              <a:buNone/>
              <a:defRPr sz="2925" b="0">
                <a:solidFill>
                  <a:srgbClr val="FFFFFF"/>
                </a:solidFill>
                <a:latin typeface="Arial"/>
                <a:ea typeface="Arial"/>
                <a:cs typeface="Arial"/>
              </a:defRPr>
            </a:lvl7pPr>
            <a:lvl8pPr algn="l">
              <a:buNone/>
              <a:defRPr sz="2925" b="0">
                <a:solidFill>
                  <a:srgbClr val="FFFFFF"/>
                </a:solidFill>
                <a:latin typeface="Arial"/>
                <a:ea typeface="Arial"/>
                <a:cs typeface="Arial"/>
              </a:defRPr>
            </a:lvl8pPr>
            <a:lvl9pPr algn="l">
              <a:buNone/>
              <a:defRPr sz="2925" b="0">
                <a:solidFill>
                  <a:srgbClr val="FFFFFF"/>
                </a:solidFill>
                <a:latin typeface="Arial"/>
                <a:ea typeface="Arial"/>
                <a:cs typeface="Arial"/>
              </a:defRPr>
            </a:lvl9pPr>
          </a:lstStyle>
          <a:p xmlns:a="http://schemas.openxmlformats.org/drawingml/2006/main">
            <a:pPr algn="l">
              <a:buNone/>
              <a:defRPr sz="5700" b="1">
                <a:solidFill>
                  <a:srgbClr val="FFFFFF"/>
                </a:solidFill>
                <a:latin typeface="Arial"/>
                <a:ea typeface="Arial"/>
                <a:cs typeface="Arial"/>
              </a:defRPr>
            </a:pPr>
            <a:r>
              <a:rPr sz="5700" b="1">
                <a:solidFill>
                  <a:srgbClr val="FFFFFF"/>
                </a:solidFill>
                <a:latin typeface="Arial"/>
                <a:ea typeface="Arial"/>
                <a:cs typeface="Arial"/>
              </a:rPr>
              <a:t>Kelola website</a:t>
            </a:r>
          </a:p>
          <a:p xmlns:a="http://schemas.openxmlformats.org/drawingml/2006/main">
            <a:pPr algn="l">
              <a:buNone/>
              <a:defRPr sz="5700" b="1">
                <a:solidFill>
                  <a:srgbClr val="FFFFFF"/>
                </a:solidFill>
                <a:latin typeface="Arial"/>
                <a:ea typeface="Arial"/>
                <a:cs typeface="Arial"/>
              </a:defRPr>
            </a:pPr>
            <a:r>
              <a:rPr sz="5700" b="1">
                <a:solidFill>
                  <a:srgbClr val="FFFFFF"/>
                </a:solidFill>
                <a:latin typeface="Arial"/>
                <a:ea typeface="Arial"/>
                <a:cs typeface="Arial"/>
              </a:rPr>
              <a:t>An-Nahl</a:t>
            </a:r>
          </a:p>
        </p:txBody>
      </p:sp>
      <p:sp>
        <p:nvSpPr>
          <p:cNvPr id="5" name="Bagikan kegiatan.&#10;Jaga informasi tetap terbaru.">
            <a:extLst xmlns:a="http://schemas.openxmlformats.org/drawingml/2006/main">
              <a:ext uri="{FF2B5EF4-FFF2-40B4-BE49-F238E27FC236}">
                <a16:creationId xmlns:a16="http://schemas.microsoft.com/office/drawing/2014/main" id="{8FB6DF95-3A85-4ED5-9251-CA79481A80D9}"/>
              </a:ext>
            </a:extLst>
          </p:cNvPr>
          <p:cNvSpPr>
            <a:spLocks xmlns:a="http://schemas.openxmlformats.org/drawingml/2006/main" noGrp="1"/>
          </p:cNvSpPr>
          <p:nvPr/>
        </p:nvSpPr>
        <p:spPr>
          <a:xfrm xmlns:a="http://schemas.openxmlformats.org/drawingml/2006/main">
            <a:off x="552450" y="4705350"/>
            <a:ext cx="5810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0">
                <a:solidFill>
                  <a:srgbClr val="D5E1D7"/>
                </a:solidFill>
                <a:latin typeface="Arial"/>
                <a:ea typeface="Arial"/>
                <a:cs typeface="Arial"/>
              </a:defRPr>
            </a:defPPr>
            <a:lvl1pPr algn="l">
              <a:buNone/>
              <a:defRPr sz="2325" b="0">
                <a:solidFill>
                  <a:srgbClr val="E0EDDC"/>
                </a:solidFill>
                <a:latin typeface="Arial"/>
                <a:ea typeface="Arial"/>
                <a:cs typeface="Arial"/>
              </a:defRPr>
            </a:lvl1pPr>
            <a:lvl2pPr algn="l">
              <a:buNone/>
              <a:defRPr sz="2325" b="0">
                <a:solidFill>
                  <a:srgbClr val="E0EDDC"/>
                </a:solidFill>
                <a:latin typeface="Arial"/>
                <a:ea typeface="Arial"/>
                <a:cs typeface="Arial"/>
              </a:defRPr>
            </a:lvl2pPr>
            <a:lvl3pPr algn="l">
              <a:buNone/>
              <a:defRPr sz="2325" b="0">
                <a:solidFill>
                  <a:srgbClr val="E0EDDC"/>
                </a:solidFill>
                <a:latin typeface="Arial"/>
                <a:ea typeface="Arial"/>
                <a:cs typeface="Arial"/>
              </a:defRPr>
            </a:lvl3pPr>
            <a:lvl4pPr algn="l">
              <a:buNone/>
              <a:defRPr sz="2325" b="0">
                <a:solidFill>
                  <a:srgbClr val="E0EDDC"/>
                </a:solidFill>
                <a:latin typeface="Arial"/>
                <a:ea typeface="Arial"/>
                <a:cs typeface="Arial"/>
              </a:defRPr>
            </a:lvl4pPr>
            <a:lvl5pPr algn="l">
              <a:buNone/>
              <a:defRPr sz="2325" b="0">
                <a:solidFill>
                  <a:srgbClr val="E0EDDC"/>
                </a:solidFill>
                <a:latin typeface="Arial"/>
                <a:ea typeface="Arial"/>
                <a:cs typeface="Arial"/>
              </a:defRPr>
            </a:lvl5pPr>
            <a:lvl6pPr algn="l">
              <a:buNone/>
              <a:defRPr sz="2325" b="0">
                <a:solidFill>
                  <a:srgbClr val="E0EDDC"/>
                </a:solidFill>
                <a:latin typeface="Arial"/>
                <a:ea typeface="Arial"/>
                <a:cs typeface="Arial"/>
              </a:defRPr>
            </a:lvl6pPr>
            <a:lvl7pPr algn="l">
              <a:buNone/>
              <a:defRPr sz="2325" b="0">
                <a:solidFill>
                  <a:srgbClr val="E0EDDC"/>
                </a:solidFill>
                <a:latin typeface="Arial"/>
                <a:ea typeface="Arial"/>
                <a:cs typeface="Arial"/>
              </a:defRPr>
            </a:lvl7pPr>
            <a:lvl8pPr algn="l">
              <a:buNone/>
              <a:defRPr sz="2325" b="0">
                <a:solidFill>
                  <a:srgbClr val="E0EDDC"/>
                </a:solidFill>
                <a:latin typeface="Arial"/>
                <a:ea typeface="Arial"/>
                <a:cs typeface="Arial"/>
              </a:defRPr>
            </a:lvl8pPr>
            <a:lvl9pPr algn="l">
              <a:buNone/>
              <a:defRPr sz="2325" b="0">
                <a:solidFill>
                  <a:srgbClr val="E0EDDC"/>
                </a:solidFill>
                <a:latin typeface="Arial"/>
                <a:ea typeface="Arial"/>
                <a:cs typeface="Arial"/>
              </a:defRPr>
            </a:lvl9pPr>
          </a:lstStyle>
          <a:p xmlns:a="http://schemas.openxmlformats.org/drawingml/2006/main">
            <a:pPr algn="l">
              <a:buNone/>
              <a:defRPr sz="2325" b="0">
                <a:solidFill>
                  <a:srgbClr val="D5E1D7"/>
                </a:solidFill>
                <a:latin typeface="Arial"/>
                <a:ea typeface="Arial"/>
                <a:cs typeface="Arial"/>
              </a:defRPr>
            </a:pPr>
            <a:r>
              <a:rPr sz="2325" b="0">
                <a:solidFill>
                  <a:srgbClr val="D5E1D7"/>
                </a:solidFill>
                <a:latin typeface="Arial"/>
                <a:ea typeface="Arial"/>
                <a:cs typeface="Arial"/>
              </a:rPr>
              <a:t>Bagikan kegiatan.</a:t>
            </a:r>
          </a:p>
          <a:p xmlns:a="http://schemas.openxmlformats.org/drawingml/2006/main">
            <a:pPr algn="l">
              <a:buNone/>
              <a:defRPr sz="2325" b="0">
                <a:solidFill>
                  <a:srgbClr val="D5E1D7"/>
                </a:solidFill>
                <a:latin typeface="Arial"/>
                <a:ea typeface="Arial"/>
                <a:cs typeface="Arial"/>
              </a:defRPr>
            </a:pPr>
            <a:r>
              <a:rPr sz="2325" b="0">
                <a:solidFill>
                  <a:srgbClr val="D5E1D7"/>
                </a:solidFill>
                <a:latin typeface="Arial"/>
                <a:ea typeface="Arial"/>
                <a:cs typeface="Arial"/>
              </a:rPr>
              <a:t>Jaga informasi tetap terbaru.</a:t>
            </a:r>
          </a:p>
        </p:txBody>
      </p:sp>
      <p:sp>
        <p:nvSpPr>
          <p:cNvPr id="6" name="10 slide  /  ±40 menit  /  Demo &amp; latihan">
            <a:extLst xmlns:a="http://schemas.openxmlformats.org/drawingml/2006/main">
              <a:ext uri="{FF2B5EF4-FFF2-40B4-BE49-F238E27FC236}">
                <a16:creationId xmlns:a16="http://schemas.microsoft.com/office/drawing/2014/main" id="{1EA29F95-E892-4ECD-9C4A-72BFB3EEF973}"/>
              </a:ext>
            </a:extLst>
          </p:cNvPr>
          <p:cNvSpPr>
            <a:spLocks xmlns:a="http://schemas.openxmlformats.org/drawingml/2006/main" noGrp="1"/>
          </p:cNvSpPr>
          <p:nvPr/>
        </p:nvSpPr>
        <p:spPr>
          <a:xfrm xmlns:a="http://schemas.openxmlformats.org/drawingml/2006/main">
            <a:off x="552450" y="6200775"/>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D5E1D7"/>
                </a:solidFill>
                <a:latin typeface="Arial"/>
                <a:ea typeface="Arial"/>
                <a:cs typeface="Arial"/>
              </a:defRPr>
            </a:defPPr>
            <a:lvl1pPr algn="l">
              <a:buNone/>
              <a:defRPr sz="1875" b="0">
                <a:solidFill>
                  <a:srgbClr val="D6E6D2"/>
                </a:solidFill>
                <a:latin typeface="Arial"/>
                <a:ea typeface="Arial"/>
                <a:cs typeface="Arial"/>
              </a:defRPr>
            </a:lvl1pPr>
            <a:lvl2pPr algn="l">
              <a:buNone/>
              <a:defRPr sz="1875" b="0">
                <a:solidFill>
                  <a:srgbClr val="D6E6D2"/>
                </a:solidFill>
                <a:latin typeface="Arial"/>
                <a:ea typeface="Arial"/>
                <a:cs typeface="Arial"/>
              </a:defRPr>
            </a:lvl2pPr>
            <a:lvl3pPr algn="l">
              <a:buNone/>
              <a:defRPr sz="1875" b="0">
                <a:solidFill>
                  <a:srgbClr val="D6E6D2"/>
                </a:solidFill>
                <a:latin typeface="Arial"/>
                <a:ea typeface="Arial"/>
                <a:cs typeface="Arial"/>
              </a:defRPr>
            </a:lvl3pPr>
            <a:lvl4pPr algn="l">
              <a:buNone/>
              <a:defRPr sz="1875" b="0">
                <a:solidFill>
                  <a:srgbClr val="D6E6D2"/>
                </a:solidFill>
                <a:latin typeface="Arial"/>
                <a:ea typeface="Arial"/>
                <a:cs typeface="Arial"/>
              </a:defRPr>
            </a:lvl4pPr>
            <a:lvl5pPr algn="l">
              <a:buNone/>
              <a:defRPr sz="1875" b="0">
                <a:solidFill>
                  <a:srgbClr val="D6E6D2"/>
                </a:solidFill>
                <a:latin typeface="Arial"/>
                <a:ea typeface="Arial"/>
                <a:cs typeface="Arial"/>
              </a:defRPr>
            </a:lvl5pPr>
            <a:lvl6pPr algn="l">
              <a:buNone/>
              <a:defRPr sz="1875" b="0">
                <a:solidFill>
                  <a:srgbClr val="D6E6D2"/>
                </a:solidFill>
                <a:latin typeface="Arial"/>
                <a:ea typeface="Arial"/>
                <a:cs typeface="Arial"/>
              </a:defRPr>
            </a:lvl6pPr>
            <a:lvl7pPr algn="l">
              <a:buNone/>
              <a:defRPr sz="1875" b="0">
                <a:solidFill>
                  <a:srgbClr val="D6E6D2"/>
                </a:solidFill>
                <a:latin typeface="Arial"/>
                <a:ea typeface="Arial"/>
                <a:cs typeface="Arial"/>
              </a:defRPr>
            </a:lvl7pPr>
            <a:lvl8pPr algn="l">
              <a:buNone/>
              <a:defRPr sz="1875" b="0">
                <a:solidFill>
                  <a:srgbClr val="D6E6D2"/>
                </a:solidFill>
                <a:latin typeface="Arial"/>
                <a:ea typeface="Arial"/>
                <a:cs typeface="Arial"/>
              </a:defRPr>
            </a:lvl8pPr>
            <a:lvl9pPr algn="l">
              <a:buNone/>
              <a:defRPr sz="1875" b="0">
                <a:solidFill>
                  <a:srgbClr val="D6E6D2"/>
                </a:solidFill>
                <a:latin typeface="Arial"/>
                <a:ea typeface="Arial"/>
                <a:cs typeface="Arial"/>
              </a:defRPr>
            </a:lvl9pPr>
          </a:lstStyle>
          <a:p xmlns:a="http://schemas.openxmlformats.org/drawingml/2006/main">
            <a:pPr algn="l">
              <a:buNone/>
              <a:defRPr sz="1725" b="0">
                <a:solidFill>
                  <a:srgbClr val="D5E1D7"/>
                </a:solidFill>
                <a:latin typeface="Arial"/>
                <a:ea typeface="Arial"/>
                <a:cs typeface="Arial"/>
              </a:defRPr>
            </a:pPr>
            <a:r>
              <a:rPr sz="1725" b="0">
                <a:solidFill>
                  <a:srgbClr val="D5E1D7"/>
                </a:solidFill>
                <a:latin typeface="Arial"/>
                <a:ea typeface="Arial"/>
                <a:cs typeface="Arial"/>
              </a:rPr>
              <a:t>10 slide  /  ±40 menit  /  Demo &amp; latihan</a:t>
            </a:r>
          </a:p>
        </p:txBody>
      </p:sp>
      <p:pic>
        <p:nvPicPr>
          <p:cNvPr id="8" name="">
            <a:extLst xmlns:a="http://schemas.openxmlformats.org/drawingml/2006/main">
              <a:ext uri="{FF2B5EF4-FFF2-40B4-BE49-F238E27FC236}">
                <a16:creationId xmlns:a16="http://schemas.microsoft.com/office/drawing/2014/main" id="{E836B83B-5D1E-4A51-8B57-EEDA0096C576}"/>
              </a:ext>
            </a:extLst>
          </p:cNvPr>
          <p:cNvPicPr>
            <a:picLocks xmlns:a="http://schemas.openxmlformats.org/drawingml/2006/main" noChangeAspect="1"/>
          </p:cNvPicPr>
          <p:nvPr/>
        </p:nvPicPr>
        <p:blipFill>
          <a:blip xmlns:r="http://schemas.openxmlformats.org/officeDocument/2006/relationships" xmlns:a="http://schemas.openxmlformats.org/drawingml/2006/main" r:embed="Rf90e5d9dadae43cc"/>
          <a:srcRect xmlns:a="http://schemas.openxmlformats.org/drawingml/2006/main" l="28648" t="0" r="28648" b="0"/>
          <a:stretch xmlns:a="http://schemas.openxmlformats.org/drawingml/2006/main">
            <a:fillRect l="0" t="0" r="0" b="0"/>
          </a:stretch>
        </p:blipFill>
        <p:spPr>
          <a:xfrm xmlns:a="http://schemas.openxmlformats.org/drawingml/2006/main">
            <a:off x="6991350" y="0"/>
            <a:ext cx="5200650" cy="6858000"/>
          </a:xfrm>
          <a:prstGeom xmlns:a="http://schemas.openxmlformats.org/drawingml/2006/main" prst="rect">
            <a:avLst/>
          </a:prstGeom>
        </p:spPr>
      </p:pic>
    </p:spTree>
    <p:extLst>
      <p:ext uri="{BB962C8B-B14F-4D97-AF65-F5344CB8AC3E}">
        <p14:creationId xmlns:p14="http://schemas.microsoft.com/office/powerpoint/2010/main" val="1854982470"/>
      </p:ext>
    </p:extLst>
  </p:cSld>
</p:sld>
</file>

<file path=ppt/slides/slide2.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9" name="02 / 10">
            <a:extLst xmlns:a="http://schemas.openxmlformats.org/drawingml/2006/main">
              <a:ext uri="{FF2B5EF4-FFF2-40B4-BE49-F238E27FC236}">
                <a16:creationId xmlns:a16="http://schemas.microsoft.com/office/drawing/2014/main" id="{93795D55-0581-4E7F-AB13-2C39FEE3F148}"/>
              </a:ext>
            </a:extLst>
          </p:cNvPr>
          <p:cNvSpPr>
            <a:spLocks xmlns:a="http://schemas.openxmlformats.org/drawingml/2006/main" noGrp="1"/>
          </p:cNvSpPr>
          <p:nvPr/>
        </p:nvSpPr>
        <p:spPr>
          <a:xfrm xmlns:a="http://schemas.openxmlformats.org/drawingml/2006/main">
            <a:off x="10839450" y="640080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64756A"/>
                </a:solidFill>
                <a:latin typeface="Arial"/>
                <a:ea typeface="Arial"/>
                <a:cs typeface="Arial"/>
              </a:defRPr>
            </a:defPPr>
            <a:lvl1pPr algn="l">
              <a:buNone/>
              <a:defRPr sz="3450" b="1">
                <a:solidFill>
                  <a:srgbClr val="143D28"/>
                </a:solidFill>
                <a:latin typeface="Arial"/>
                <a:ea typeface="Arial"/>
                <a:cs typeface="Arial"/>
              </a:defRPr>
            </a:lvl1pPr>
            <a:lvl2pPr algn="l">
              <a:buNone/>
              <a:defRPr sz="3450" b="1">
                <a:solidFill>
                  <a:srgbClr val="143D28"/>
                </a:solidFill>
                <a:latin typeface="Arial"/>
                <a:ea typeface="Arial"/>
                <a:cs typeface="Arial"/>
              </a:defRPr>
            </a:lvl2pPr>
            <a:lvl3pPr algn="l">
              <a:buNone/>
              <a:defRPr sz="3450" b="1">
                <a:solidFill>
                  <a:srgbClr val="143D28"/>
                </a:solidFill>
                <a:latin typeface="Arial"/>
                <a:ea typeface="Arial"/>
                <a:cs typeface="Arial"/>
              </a:defRPr>
            </a:lvl3pPr>
            <a:lvl4pPr algn="l">
              <a:buNone/>
              <a:defRPr sz="3450" b="1">
                <a:solidFill>
                  <a:srgbClr val="143D28"/>
                </a:solidFill>
                <a:latin typeface="Arial"/>
                <a:ea typeface="Arial"/>
                <a:cs typeface="Arial"/>
              </a:defRPr>
            </a:lvl4pPr>
            <a:lvl5pPr algn="l">
              <a:buNone/>
              <a:defRPr sz="3450" b="1">
                <a:solidFill>
                  <a:srgbClr val="143D28"/>
                </a:solidFill>
                <a:latin typeface="Arial"/>
                <a:ea typeface="Arial"/>
                <a:cs typeface="Arial"/>
              </a:defRPr>
            </a:lvl5pPr>
            <a:lvl6pPr algn="l">
              <a:buNone/>
              <a:defRPr sz="3450" b="1">
                <a:solidFill>
                  <a:srgbClr val="143D28"/>
                </a:solidFill>
                <a:latin typeface="Arial"/>
                <a:ea typeface="Arial"/>
                <a:cs typeface="Arial"/>
              </a:defRPr>
            </a:lvl6pPr>
            <a:lvl7pPr algn="l">
              <a:buNone/>
              <a:defRPr sz="3450" b="1">
                <a:solidFill>
                  <a:srgbClr val="143D28"/>
                </a:solidFill>
                <a:latin typeface="Arial"/>
                <a:ea typeface="Arial"/>
                <a:cs typeface="Arial"/>
              </a:defRPr>
            </a:lvl7pPr>
            <a:lvl8pPr algn="l">
              <a:buNone/>
              <a:defRPr sz="3450" b="1">
                <a:solidFill>
                  <a:srgbClr val="143D28"/>
                </a:solidFill>
                <a:latin typeface="Arial"/>
                <a:ea typeface="Arial"/>
                <a:cs typeface="Arial"/>
              </a:defRPr>
            </a:lvl8pPr>
            <a:lvl9pPr algn="l">
              <a:buNone/>
              <a:defRPr sz="3450" b="1">
                <a:solidFill>
                  <a:srgbClr val="143D28"/>
                </a:solidFill>
                <a:latin typeface="Arial"/>
                <a:ea typeface="Arial"/>
                <a:cs typeface="Arial"/>
              </a:defRPr>
            </a:lvl9pPr>
          </a:lstStyle>
          <a:p xmlns:a="http://schemas.openxmlformats.org/drawingml/2006/main">
            <a:pPr algn="l">
              <a:buNone/>
              <a:defRPr sz="1350" b="0">
                <a:solidFill>
                  <a:srgbClr val="64756A"/>
                </a:solidFill>
                <a:latin typeface="Arial"/>
                <a:ea typeface="Arial"/>
                <a:cs typeface="Arial"/>
              </a:defRPr>
            </a:pPr>
            <a:r>
              <a:rPr sz="1350" b="0">
                <a:solidFill>
                  <a:srgbClr val="64756A"/>
                </a:solidFill>
                <a:latin typeface="Arial"/>
                <a:ea typeface="Arial"/>
                <a:cs typeface="Arial"/>
              </a:rPr>
              <a:t>02 / 10</a:t>
            </a:r>
          </a:p>
        </p:txBody>
      </p:sp>
      <p:sp>
        <p:nvSpPr>
          <p:cNvPr id="2" name="RUANG KERJA">
            <a:extLst xmlns:a="http://schemas.openxmlformats.org/drawingml/2006/main">
              <a:ext uri="{FF2B5EF4-FFF2-40B4-BE49-F238E27FC236}">
                <a16:creationId xmlns:a16="http://schemas.microsoft.com/office/drawing/2014/main" id="{6601786D-F0B0-4F64-B134-C644437AD306}"/>
              </a:ext>
            </a:extLst>
          </p:cNvPr>
          <p:cNvSpPr>
            <a:spLocks xmlns:a="http://schemas.openxmlformats.org/drawingml/2006/main" noGrp="1"/>
          </p:cNvSpPr>
          <p:nvPr/>
        </p:nvSpPr>
        <p:spPr>
          <a:xfrm xmlns:a="http://schemas.openxmlformats.org/drawingml/2006/main">
            <a:off x="5334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425" b="1">
                <a:solidFill>
                  <a:srgbClr val="B38B4F"/>
                </a:solidFill>
                <a:latin typeface="Arial"/>
                <a:ea typeface="Arial"/>
                <a:cs typeface="Arial"/>
              </a:defRPr>
            </a:defPPr>
            <a:lvl1pPr algn="l">
              <a:buNone/>
              <a:defRPr sz="1350" b="0">
                <a:solidFill>
                  <a:srgbClr val="52665A"/>
                </a:solidFill>
                <a:latin typeface="Arial"/>
                <a:ea typeface="Arial"/>
                <a:cs typeface="Arial"/>
              </a:defRPr>
            </a:lvl1pPr>
            <a:lvl2pPr algn="l">
              <a:buNone/>
              <a:defRPr sz="1350" b="0">
                <a:solidFill>
                  <a:srgbClr val="52665A"/>
                </a:solidFill>
                <a:latin typeface="Arial"/>
                <a:ea typeface="Arial"/>
                <a:cs typeface="Arial"/>
              </a:defRPr>
            </a:lvl2pPr>
            <a:lvl3pPr algn="l">
              <a:buNone/>
              <a:defRPr sz="1350" b="0">
                <a:solidFill>
                  <a:srgbClr val="52665A"/>
                </a:solidFill>
                <a:latin typeface="Arial"/>
                <a:ea typeface="Arial"/>
                <a:cs typeface="Arial"/>
              </a:defRPr>
            </a:lvl3pPr>
            <a:lvl4pPr algn="l">
              <a:buNone/>
              <a:defRPr sz="1350" b="0">
                <a:solidFill>
                  <a:srgbClr val="52665A"/>
                </a:solidFill>
                <a:latin typeface="Arial"/>
                <a:ea typeface="Arial"/>
                <a:cs typeface="Arial"/>
              </a:defRPr>
            </a:lvl4pPr>
            <a:lvl5pPr algn="l">
              <a:buNone/>
              <a:defRPr sz="1350" b="0">
                <a:solidFill>
                  <a:srgbClr val="52665A"/>
                </a:solidFill>
                <a:latin typeface="Arial"/>
                <a:ea typeface="Arial"/>
                <a:cs typeface="Arial"/>
              </a:defRPr>
            </a:lvl5pPr>
            <a:lvl6pPr algn="l">
              <a:buNone/>
              <a:defRPr sz="1350" b="0">
                <a:solidFill>
                  <a:srgbClr val="52665A"/>
                </a:solidFill>
                <a:latin typeface="Arial"/>
                <a:ea typeface="Arial"/>
                <a:cs typeface="Arial"/>
              </a:defRPr>
            </a:lvl6pPr>
            <a:lvl7pPr algn="l">
              <a:buNone/>
              <a:defRPr sz="1350" b="0">
                <a:solidFill>
                  <a:srgbClr val="52665A"/>
                </a:solidFill>
                <a:latin typeface="Arial"/>
                <a:ea typeface="Arial"/>
                <a:cs typeface="Arial"/>
              </a:defRPr>
            </a:lvl7pPr>
            <a:lvl8pPr algn="l">
              <a:buNone/>
              <a:defRPr sz="1350" b="0">
                <a:solidFill>
                  <a:srgbClr val="52665A"/>
                </a:solidFill>
                <a:latin typeface="Arial"/>
                <a:ea typeface="Arial"/>
                <a:cs typeface="Arial"/>
              </a:defRPr>
            </a:lvl8pPr>
            <a:lvl9pPr algn="l">
              <a:buNone/>
              <a:defRPr sz="1350" b="0">
                <a:solidFill>
                  <a:srgbClr val="52665A"/>
                </a:solidFill>
                <a:latin typeface="Arial"/>
                <a:ea typeface="Arial"/>
                <a:cs typeface="Arial"/>
              </a:defRPr>
            </a:lvl9pPr>
          </a:lstStyle>
          <a:p xmlns:a="http://schemas.openxmlformats.org/drawingml/2006/main">
            <a:pPr algn="l">
              <a:buNone/>
              <a:defRPr sz="1425" b="1">
                <a:solidFill>
                  <a:srgbClr val="B38B4F"/>
                </a:solidFill>
                <a:latin typeface="Arial"/>
                <a:ea typeface="Arial"/>
                <a:cs typeface="Arial"/>
              </a:defRPr>
            </a:pPr>
            <a:r>
              <a:rPr sz="1425" b="1">
                <a:solidFill>
                  <a:srgbClr val="B38B4F"/>
                </a:solidFill>
                <a:latin typeface="Arial"/>
                <a:ea typeface="Arial"/>
                <a:cs typeface="Arial"/>
              </a:rPr>
              <a:t>RUANG KERJA</a:t>
            </a:r>
          </a:p>
        </p:txBody>
      </p:sp>
      <p:sp>
        <p:nvSpPr>
          <p:cNvPr id="3" name="Kenali panel pengurus">
            <a:extLst xmlns:a="http://schemas.openxmlformats.org/drawingml/2006/main">
              <a:ext uri="{FF2B5EF4-FFF2-40B4-BE49-F238E27FC236}">
                <a16:creationId xmlns:a16="http://schemas.microsoft.com/office/drawing/2014/main" id="{A13B8AF5-4C7C-4103-85CA-2EED7901E915}"/>
              </a:ext>
            </a:extLst>
          </p:cNvPr>
          <p:cNvSpPr>
            <a:spLocks xmlns:a="http://schemas.openxmlformats.org/drawingml/2006/main" noGrp="1"/>
          </p:cNvSpPr>
          <p:nvPr/>
        </p:nvSpPr>
        <p:spPr>
          <a:xfrm xmlns:a="http://schemas.openxmlformats.org/drawingml/2006/main">
            <a:off x="533400" y="80962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050" b="1">
                <a:solidFill>
                  <a:srgbClr val="17382C"/>
                </a:solidFill>
                <a:latin typeface="Arial"/>
                <a:ea typeface="Arial"/>
                <a:cs typeface="Arial"/>
              </a:defRPr>
            </a:defPPr>
            <a:lvl1pPr algn="l">
              <a:buNone/>
              <a:defRPr sz="2250" b="1">
                <a:solidFill>
                  <a:srgbClr val="166534"/>
                </a:solidFill>
                <a:latin typeface="Arial"/>
                <a:ea typeface="Arial"/>
                <a:cs typeface="Arial"/>
              </a:defRPr>
            </a:lvl1pPr>
            <a:lvl2pPr algn="l">
              <a:buNone/>
              <a:defRPr sz="2250" b="1">
                <a:solidFill>
                  <a:srgbClr val="166534"/>
                </a:solidFill>
                <a:latin typeface="Arial"/>
                <a:ea typeface="Arial"/>
                <a:cs typeface="Arial"/>
              </a:defRPr>
            </a:lvl2pPr>
            <a:lvl3pPr algn="l">
              <a:buNone/>
              <a:defRPr sz="2250" b="1">
                <a:solidFill>
                  <a:srgbClr val="166534"/>
                </a:solidFill>
                <a:latin typeface="Arial"/>
                <a:ea typeface="Arial"/>
                <a:cs typeface="Arial"/>
              </a:defRPr>
            </a:lvl3pPr>
            <a:lvl4pPr algn="l">
              <a:buNone/>
              <a:defRPr sz="2250" b="1">
                <a:solidFill>
                  <a:srgbClr val="166534"/>
                </a:solidFill>
                <a:latin typeface="Arial"/>
                <a:ea typeface="Arial"/>
                <a:cs typeface="Arial"/>
              </a:defRPr>
            </a:lvl4pPr>
            <a:lvl5pPr algn="l">
              <a:buNone/>
              <a:defRPr sz="2250" b="1">
                <a:solidFill>
                  <a:srgbClr val="166534"/>
                </a:solidFill>
                <a:latin typeface="Arial"/>
                <a:ea typeface="Arial"/>
                <a:cs typeface="Arial"/>
              </a:defRPr>
            </a:lvl5pPr>
            <a:lvl6pPr algn="l">
              <a:buNone/>
              <a:defRPr sz="2250" b="1">
                <a:solidFill>
                  <a:srgbClr val="166534"/>
                </a:solidFill>
                <a:latin typeface="Arial"/>
                <a:ea typeface="Arial"/>
                <a:cs typeface="Arial"/>
              </a:defRPr>
            </a:lvl6pPr>
            <a:lvl7pPr algn="l">
              <a:buNone/>
              <a:defRPr sz="2250" b="1">
                <a:solidFill>
                  <a:srgbClr val="166534"/>
                </a:solidFill>
                <a:latin typeface="Arial"/>
                <a:ea typeface="Arial"/>
                <a:cs typeface="Arial"/>
              </a:defRPr>
            </a:lvl7pPr>
            <a:lvl8pPr algn="l">
              <a:buNone/>
              <a:defRPr sz="2250" b="1">
                <a:solidFill>
                  <a:srgbClr val="166534"/>
                </a:solidFill>
                <a:latin typeface="Arial"/>
                <a:ea typeface="Arial"/>
                <a:cs typeface="Arial"/>
              </a:defRPr>
            </a:lvl8pPr>
            <a:lvl9pPr algn="l">
              <a:buNone/>
              <a:defRPr sz="2250" b="1">
                <a:solidFill>
                  <a:srgbClr val="166534"/>
                </a:solidFill>
                <a:latin typeface="Arial"/>
                <a:ea typeface="Arial"/>
                <a:cs typeface="Arial"/>
              </a:defRPr>
            </a:lvl9pPr>
          </a:lstStyle>
          <a:p xmlns:a="http://schemas.openxmlformats.org/drawingml/2006/main">
            <a:pPr algn="l">
              <a:buNone/>
              <a:defRPr sz="4050" b="1">
                <a:solidFill>
                  <a:srgbClr val="17382C"/>
                </a:solidFill>
                <a:latin typeface="Arial"/>
                <a:ea typeface="Arial"/>
                <a:cs typeface="Arial"/>
              </a:defRPr>
            </a:pPr>
            <a:r>
              <a:rPr sz="4050" b="1">
                <a:solidFill>
                  <a:srgbClr val="17382C"/>
                </a:solidFill>
                <a:latin typeface="Arial"/>
                <a:ea typeface="Arial"/>
                <a:cs typeface="Arial"/>
              </a:rPr>
              <a:t>Kenali panel pengurus</a:t>
            </a:r>
          </a:p>
        </p:txBody>
      </p:sp>
      <p:sp>
        <p:nvSpPr>
          <p:cNvPr id="4" name="Penulis">
            <a:extLst xmlns:a="http://schemas.openxmlformats.org/drawingml/2006/main">
              <a:ext uri="{FF2B5EF4-FFF2-40B4-BE49-F238E27FC236}">
                <a16:creationId xmlns:a16="http://schemas.microsoft.com/office/drawing/2014/main" id="{CCB86B59-F13C-4613-8607-A3FE2DB2D2A8}"/>
              </a:ext>
            </a:extLst>
          </p:cNvPr>
          <p:cNvSpPr>
            <a:spLocks xmlns:a="http://schemas.openxmlformats.org/drawingml/2006/main" noGrp="1"/>
          </p:cNvSpPr>
          <p:nvPr/>
        </p:nvSpPr>
        <p:spPr>
          <a:xfrm xmlns:a="http://schemas.openxmlformats.org/drawingml/2006/main">
            <a:off x="8458200" y="2114550"/>
            <a:ext cx="319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7382C"/>
                </a:solidFill>
                <a:latin typeface="Arial"/>
                <a:ea typeface="Arial"/>
                <a:cs typeface="Arial"/>
              </a:defRPr>
            </a:defPPr>
            <a:lvl1pPr algn="l">
              <a:buNone/>
              <a:defRPr sz="2100" b="0">
                <a:solidFill>
                  <a:srgbClr val="253E30"/>
                </a:solidFill>
                <a:latin typeface="Arial"/>
                <a:ea typeface="Arial"/>
                <a:cs typeface="Arial"/>
              </a:defRPr>
            </a:lvl1pPr>
            <a:lvl2pPr algn="l">
              <a:buNone/>
              <a:defRPr sz="2100" b="0">
                <a:solidFill>
                  <a:srgbClr val="253E30"/>
                </a:solidFill>
                <a:latin typeface="Arial"/>
                <a:ea typeface="Arial"/>
                <a:cs typeface="Arial"/>
              </a:defRPr>
            </a:lvl2pPr>
            <a:lvl3pPr algn="l">
              <a:buNone/>
              <a:defRPr sz="2100" b="0">
                <a:solidFill>
                  <a:srgbClr val="253E30"/>
                </a:solidFill>
                <a:latin typeface="Arial"/>
                <a:ea typeface="Arial"/>
                <a:cs typeface="Arial"/>
              </a:defRPr>
            </a:lvl3pPr>
            <a:lvl4pPr algn="l">
              <a:buNone/>
              <a:defRPr sz="2100" b="0">
                <a:solidFill>
                  <a:srgbClr val="253E30"/>
                </a:solidFill>
                <a:latin typeface="Arial"/>
                <a:ea typeface="Arial"/>
                <a:cs typeface="Arial"/>
              </a:defRPr>
            </a:lvl4pPr>
            <a:lvl5pPr algn="l">
              <a:buNone/>
              <a:defRPr sz="2100" b="0">
                <a:solidFill>
                  <a:srgbClr val="253E30"/>
                </a:solidFill>
                <a:latin typeface="Arial"/>
                <a:ea typeface="Arial"/>
                <a:cs typeface="Arial"/>
              </a:defRPr>
            </a:lvl5pPr>
            <a:lvl6pPr algn="l">
              <a:buNone/>
              <a:defRPr sz="2100" b="0">
                <a:solidFill>
                  <a:srgbClr val="253E30"/>
                </a:solidFill>
                <a:latin typeface="Arial"/>
                <a:ea typeface="Arial"/>
                <a:cs typeface="Arial"/>
              </a:defRPr>
            </a:lvl6pPr>
            <a:lvl7pPr algn="l">
              <a:buNone/>
              <a:defRPr sz="2100" b="0">
                <a:solidFill>
                  <a:srgbClr val="253E30"/>
                </a:solidFill>
                <a:latin typeface="Arial"/>
                <a:ea typeface="Arial"/>
                <a:cs typeface="Arial"/>
              </a:defRPr>
            </a:lvl7pPr>
            <a:lvl8pPr algn="l">
              <a:buNone/>
              <a:defRPr sz="2100" b="0">
                <a:solidFill>
                  <a:srgbClr val="253E30"/>
                </a:solidFill>
                <a:latin typeface="Arial"/>
                <a:ea typeface="Arial"/>
                <a:cs typeface="Arial"/>
              </a:defRPr>
            </a:lvl8pPr>
            <a:lvl9pPr algn="l">
              <a:buNone/>
              <a:defRPr sz="2100" b="0">
                <a:solidFill>
                  <a:srgbClr val="253E30"/>
                </a:solidFill>
                <a:latin typeface="Arial"/>
                <a:ea typeface="Arial"/>
                <a:cs typeface="Arial"/>
              </a:defRPr>
            </a:lvl9pPr>
          </a:lstStyle>
          <a:p xmlns:a="http://schemas.openxmlformats.org/drawingml/2006/main">
            <a:pPr algn="l">
              <a:buNone/>
              <a:defRPr sz="2550" b="1">
                <a:solidFill>
                  <a:srgbClr val="17382C"/>
                </a:solidFill>
                <a:latin typeface="Arial"/>
                <a:ea typeface="Arial"/>
                <a:cs typeface="Arial"/>
              </a:defRPr>
            </a:pPr>
            <a:r>
              <a:rPr sz="2550" b="1">
                <a:solidFill>
                  <a:srgbClr val="17382C"/>
                </a:solidFill>
                <a:latin typeface="Arial"/>
                <a:ea typeface="Arial"/>
                <a:cs typeface="Arial"/>
              </a:rPr>
              <a:t>Penulis</a:t>
            </a:r>
          </a:p>
        </p:txBody>
      </p:sp>
      <p:sp>
        <p:nvSpPr>
          <p:cNvPr id="5" name="Menyiapkan dan mengedit&#10;draft berita miliknya.">
            <a:extLst xmlns:a="http://schemas.openxmlformats.org/drawingml/2006/main">
              <a:ext uri="{FF2B5EF4-FFF2-40B4-BE49-F238E27FC236}">
                <a16:creationId xmlns:a16="http://schemas.microsoft.com/office/drawing/2014/main" id="{CE30A071-7347-4D61-9B46-59B1274754EB}"/>
              </a:ext>
            </a:extLst>
          </p:cNvPr>
          <p:cNvSpPr>
            <a:spLocks xmlns:a="http://schemas.openxmlformats.org/drawingml/2006/main" noGrp="1"/>
          </p:cNvSpPr>
          <p:nvPr/>
        </p:nvSpPr>
        <p:spPr>
          <a:xfrm xmlns:a="http://schemas.openxmlformats.org/drawingml/2006/main">
            <a:off x="8458200" y="2705100"/>
            <a:ext cx="319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64756A"/>
                </a:solidFill>
                <a:latin typeface="Arial"/>
                <a:ea typeface="Arial"/>
                <a:cs typeface="Arial"/>
              </a:defRPr>
            </a:defPPr>
            <a:lvl1pPr algn="l">
              <a:buNone/>
              <a:defRPr sz="2250" b="1">
                <a:solidFill>
                  <a:srgbClr val="166534"/>
                </a:solidFill>
                <a:latin typeface="Arial"/>
                <a:ea typeface="Arial"/>
                <a:cs typeface="Arial"/>
              </a:defRPr>
            </a:lvl1pPr>
            <a:lvl2pPr algn="l">
              <a:buNone/>
              <a:defRPr sz="2250" b="1">
                <a:solidFill>
                  <a:srgbClr val="166534"/>
                </a:solidFill>
                <a:latin typeface="Arial"/>
                <a:ea typeface="Arial"/>
                <a:cs typeface="Arial"/>
              </a:defRPr>
            </a:lvl2pPr>
            <a:lvl3pPr algn="l">
              <a:buNone/>
              <a:defRPr sz="2250" b="1">
                <a:solidFill>
                  <a:srgbClr val="166534"/>
                </a:solidFill>
                <a:latin typeface="Arial"/>
                <a:ea typeface="Arial"/>
                <a:cs typeface="Arial"/>
              </a:defRPr>
            </a:lvl3pPr>
            <a:lvl4pPr algn="l">
              <a:buNone/>
              <a:defRPr sz="2250" b="1">
                <a:solidFill>
                  <a:srgbClr val="166534"/>
                </a:solidFill>
                <a:latin typeface="Arial"/>
                <a:ea typeface="Arial"/>
                <a:cs typeface="Arial"/>
              </a:defRPr>
            </a:lvl4pPr>
            <a:lvl5pPr algn="l">
              <a:buNone/>
              <a:defRPr sz="2250" b="1">
                <a:solidFill>
                  <a:srgbClr val="166534"/>
                </a:solidFill>
                <a:latin typeface="Arial"/>
                <a:ea typeface="Arial"/>
                <a:cs typeface="Arial"/>
              </a:defRPr>
            </a:lvl5pPr>
            <a:lvl6pPr algn="l">
              <a:buNone/>
              <a:defRPr sz="2250" b="1">
                <a:solidFill>
                  <a:srgbClr val="166534"/>
                </a:solidFill>
                <a:latin typeface="Arial"/>
                <a:ea typeface="Arial"/>
                <a:cs typeface="Arial"/>
              </a:defRPr>
            </a:lvl6pPr>
            <a:lvl7pPr algn="l">
              <a:buNone/>
              <a:defRPr sz="2250" b="1">
                <a:solidFill>
                  <a:srgbClr val="166534"/>
                </a:solidFill>
                <a:latin typeface="Arial"/>
                <a:ea typeface="Arial"/>
                <a:cs typeface="Arial"/>
              </a:defRPr>
            </a:lvl7pPr>
            <a:lvl8pPr algn="l">
              <a:buNone/>
              <a:defRPr sz="2250" b="1">
                <a:solidFill>
                  <a:srgbClr val="166534"/>
                </a:solidFill>
                <a:latin typeface="Arial"/>
                <a:ea typeface="Arial"/>
                <a:cs typeface="Arial"/>
              </a:defRPr>
            </a:lvl8pPr>
            <a:lvl9pPr algn="l">
              <a:buNone/>
              <a:defRPr sz="2250" b="1">
                <a:solidFill>
                  <a:srgbClr val="166534"/>
                </a:solidFill>
                <a:latin typeface="Arial"/>
                <a:ea typeface="Arial"/>
                <a:cs typeface="Arial"/>
              </a:defRPr>
            </a:lvl9pPr>
          </a:lstStyle>
          <a:p xmlns:a="http://schemas.openxmlformats.org/drawingml/2006/main">
            <a:pPr algn="l">
              <a:buNone/>
              <a:defRPr sz="2025" b="0">
                <a:solidFill>
                  <a:srgbClr val="64756A"/>
                </a:solidFill>
                <a:latin typeface="Arial"/>
                <a:ea typeface="Arial"/>
                <a:cs typeface="Arial"/>
              </a:defRPr>
            </a:pPr>
            <a:r>
              <a:rPr sz="2025" b="0">
                <a:solidFill>
                  <a:srgbClr val="64756A"/>
                </a:solidFill>
                <a:latin typeface="Arial"/>
                <a:ea typeface="Arial"/>
                <a:cs typeface="Arial"/>
              </a:rPr>
              <a:t>Menyiapkan dan mengedit</a:t>
            </a:r>
          </a:p>
          <a:p xmlns:a="http://schemas.openxmlformats.org/drawingml/2006/main">
            <a:pPr algn="l">
              <a:buNone/>
              <a:defRPr sz="2025" b="0">
                <a:solidFill>
                  <a:srgbClr val="64756A"/>
                </a:solidFill>
                <a:latin typeface="Arial"/>
                <a:ea typeface="Arial"/>
                <a:cs typeface="Arial"/>
              </a:defRPr>
            </a:pPr>
            <a:r>
              <a:rPr sz="2025" b="0">
                <a:solidFill>
                  <a:srgbClr val="64756A"/>
                </a:solidFill>
                <a:latin typeface="Arial"/>
                <a:ea typeface="Arial"/>
                <a:cs typeface="Arial"/>
              </a:rPr>
              <a:t>draft berita miliknya.</a:t>
            </a:r>
          </a:p>
        </p:txBody>
      </p:sp>
      <p:sp>
        <p:nvSpPr>
          <p:cNvPr id="6" name="Admin">
            <a:extLst xmlns:a="http://schemas.openxmlformats.org/drawingml/2006/main">
              <a:ext uri="{FF2B5EF4-FFF2-40B4-BE49-F238E27FC236}">
                <a16:creationId xmlns:a16="http://schemas.microsoft.com/office/drawing/2014/main" id="{028AEC6D-DC5F-49EB-ACDD-B7BCF8ECD67A}"/>
              </a:ext>
            </a:extLst>
          </p:cNvPr>
          <p:cNvSpPr>
            <a:spLocks xmlns:a="http://schemas.openxmlformats.org/drawingml/2006/main" noGrp="1"/>
          </p:cNvSpPr>
          <p:nvPr/>
        </p:nvSpPr>
        <p:spPr>
          <a:xfrm xmlns:a="http://schemas.openxmlformats.org/drawingml/2006/main">
            <a:off x="8458200" y="4019550"/>
            <a:ext cx="319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7382C"/>
                </a:solidFill>
                <a:latin typeface="Arial"/>
                <a:ea typeface="Arial"/>
                <a:cs typeface="Arial"/>
              </a:defRPr>
            </a:defPPr>
            <a:lvl1pPr algn="l">
              <a:buNone/>
              <a:defRPr sz="2100" b="0">
                <a:solidFill>
                  <a:srgbClr val="253E30"/>
                </a:solidFill>
                <a:latin typeface="Arial"/>
                <a:ea typeface="Arial"/>
                <a:cs typeface="Arial"/>
              </a:defRPr>
            </a:lvl1pPr>
            <a:lvl2pPr algn="l">
              <a:buNone/>
              <a:defRPr sz="2100" b="0">
                <a:solidFill>
                  <a:srgbClr val="253E30"/>
                </a:solidFill>
                <a:latin typeface="Arial"/>
                <a:ea typeface="Arial"/>
                <a:cs typeface="Arial"/>
              </a:defRPr>
            </a:lvl2pPr>
            <a:lvl3pPr algn="l">
              <a:buNone/>
              <a:defRPr sz="2100" b="0">
                <a:solidFill>
                  <a:srgbClr val="253E30"/>
                </a:solidFill>
                <a:latin typeface="Arial"/>
                <a:ea typeface="Arial"/>
                <a:cs typeface="Arial"/>
              </a:defRPr>
            </a:lvl3pPr>
            <a:lvl4pPr algn="l">
              <a:buNone/>
              <a:defRPr sz="2100" b="0">
                <a:solidFill>
                  <a:srgbClr val="253E30"/>
                </a:solidFill>
                <a:latin typeface="Arial"/>
                <a:ea typeface="Arial"/>
                <a:cs typeface="Arial"/>
              </a:defRPr>
            </a:lvl4pPr>
            <a:lvl5pPr algn="l">
              <a:buNone/>
              <a:defRPr sz="2100" b="0">
                <a:solidFill>
                  <a:srgbClr val="253E30"/>
                </a:solidFill>
                <a:latin typeface="Arial"/>
                <a:ea typeface="Arial"/>
                <a:cs typeface="Arial"/>
              </a:defRPr>
            </a:lvl5pPr>
            <a:lvl6pPr algn="l">
              <a:buNone/>
              <a:defRPr sz="2100" b="0">
                <a:solidFill>
                  <a:srgbClr val="253E30"/>
                </a:solidFill>
                <a:latin typeface="Arial"/>
                <a:ea typeface="Arial"/>
                <a:cs typeface="Arial"/>
              </a:defRPr>
            </a:lvl6pPr>
            <a:lvl7pPr algn="l">
              <a:buNone/>
              <a:defRPr sz="2100" b="0">
                <a:solidFill>
                  <a:srgbClr val="253E30"/>
                </a:solidFill>
                <a:latin typeface="Arial"/>
                <a:ea typeface="Arial"/>
                <a:cs typeface="Arial"/>
              </a:defRPr>
            </a:lvl7pPr>
            <a:lvl8pPr algn="l">
              <a:buNone/>
              <a:defRPr sz="2100" b="0">
                <a:solidFill>
                  <a:srgbClr val="253E30"/>
                </a:solidFill>
                <a:latin typeface="Arial"/>
                <a:ea typeface="Arial"/>
                <a:cs typeface="Arial"/>
              </a:defRPr>
            </a:lvl8pPr>
            <a:lvl9pPr algn="l">
              <a:buNone/>
              <a:defRPr sz="2100" b="0">
                <a:solidFill>
                  <a:srgbClr val="253E30"/>
                </a:solidFill>
                <a:latin typeface="Arial"/>
                <a:ea typeface="Arial"/>
                <a:cs typeface="Arial"/>
              </a:defRPr>
            </a:lvl9pPr>
          </a:lstStyle>
          <a:p xmlns:a="http://schemas.openxmlformats.org/drawingml/2006/main">
            <a:pPr algn="l">
              <a:buNone/>
              <a:defRPr sz="2550" b="1">
                <a:solidFill>
                  <a:srgbClr val="17382C"/>
                </a:solidFill>
                <a:latin typeface="Arial"/>
                <a:ea typeface="Arial"/>
                <a:cs typeface="Arial"/>
              </a:defRPr>
            </a:pPr>
            <a:r>
              <a:rPr sz="2550" b="1">
                <a:solidFill>
                  <a:srgbClr val="17382C"/>
                </a:solidFill>
                <a:latin typeface="Arial"/>
                <a:ea typeface="Arial"/>
                <a:cs typeface="Arial"/>
              </a:rPr>
              <a:t>Admin</a:t>
            </a:r>
          </a:p>
        </p:txBody>
      </p:sp>
      <p:pic>
        <p:nvPicPr>
          <p:cNvPr id="7" name="">
            <a:extLst xmlns:a="http://schemas.openxmlformats.org/drawingml/2006/main">
              <a:ext uri="{FF2B5EF4-FFF2-40B4-BE49-F238E27FC236}">
                <a16:creationId xmlns:a16="http://schemas.microsoft.com/office/drawing/2014/main" id="{60705D33-880E-43E0-A2C9-F4EFA9F209BF}"/>
              </a:ext>
            </a:extLst>
          </p:cNvPr>
          <p:cNvPicPr>
            <a:picLocks xmlns:a="http://schemas.openxmlformats.org/drawingml/2006/main" noChangeAspect="1"/>
          </p:cNvPicPr>
          <p:nvPr/>
        </p:nvPicPr>
        <p:blipFill>
          <a:blip xmlns:r="http://schemas.openxmlformats.org/officeDocument/2006/relationships" xmlns:a="http://schemas.openxmlformats.org/drawingml/2006/main" r:embed="R5df9e88256cd40dc"/>
          <a:srcRect xmlns:a="http://schemas.openxmlformats.org/drawingml/2006/main" l="260" t="7946" r="1042" b="775"/>
          <a:stretch xmlns:a="http://schemas.openxmlformats.org/drawingml/2006/main"/>
        </p:blipFill>
        <p:spPr>
          <a:xfrm xmlns:a="http://schemas.openxmlformats.org/drawingml/2006/main">
            <a:off x="533400" y="2066925"/>
            <a:ext cx="7524750" cy="3740535"/>
          </a:xfrm>
          <a:prstGeom xmlns:a="http://schemas.openxmlformats.org/drawingml/2006/main" prst="rect">
            <a:avLst/>
          </a:prstGeom>
        </p:spPr>
      </p:pic>
      <p:sp>
        <p:nvSpPr>
          <p:cNvPr id="8" name="Meninjau, menerbitkan,&#10;dan mengelola kiriman.">
            <a:extLst xmlns:a="http://schemas.openxmlformats.org/drawingml/2006/main">
              <a:ext uri="{FF2B5EF4-FFF2-40B4-BE49-F238E27FC236}">
                <a16:creationId xmlns:a16="http://schemas.microsoft.com/office/drawing/2014/main" id="{82844BF5-932B-449E-A69B-8C538B5C9021}"/>
              </a:ext>
            </a:extLst>
          </p:cNvPr>
          <p:cNvSpPr>
            <a:spLocks xmlns:a="http://schemas.openxmlformats.org/drawingml/2006/main" noGrp="1"/>
          </p:cNvSpPr>
          <p:nvPr/>
        </p:nvSpPr>
        <p:spPr>
          <a:xfrm xmlns:a="http://schemas.openxmlformats.org/drawingml/2006/main">
            <a:off x="8458200" y="4610100"/>
            <a:ext cx="319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64756A"/>
                </a:solidFill>
                <a:latin typeface="Arial"/>
                <a:ea typeface="Arial"/>
                <a:cs typeface="Arial"/>
              </a:defRPr>
            </a:defPPr>
            <a:lvl1pPr algn="l">
              <a:buNone/>
              <a:defRPr sz="1725" b="0">
                <a:solidFill>
                  <a:srgbClr val="52665A"/>
                </a:solidFill>
                <a:latin typeface="Arial"/>
                <a:ea typeface="Arial"/>
                <a:cs typeface="Arial"/>
              </a:defRPr>
            </a:lvl1pPr>
            <a:lvl2pPr algn="l">
              <a:buNone/>
              <a:defRPr sz="1725" b="0">
                <a:solidFill>
                  <a:srgbClr val="52665A"/>
                </a:solidFill>
                <a:latin typeface="Arial"/>
                <a:ea typeface="Arial"/>
                <a:cs typeface="Arial"/>
              </a:defRPr>
            </a:lvl2pPr>
            <a:lvl3pPr algn="l">
              <a:buNone/>
              <a:defRPr sz="1725" b="0">
                <a:solidFill>
                  <a:srgbClr val="52665A"/>
                </a:solidFill>
                <a:latin typeface="Arial"/>
                <a:ea typeface="Arial"/>
                <a:cs typeface="Arial"/>
              </a:defRPr>
            </a:lvl3pPr>
            <a:lvl4pPr algn="l">
              <a:buNone/>
              <a:defRPr sz="1725" b="0">
                <a:solidFill>
                  <a:srgbClr val="52665A"/>
                </a:solidFill>
                <a:latin typeface="Arial"/>
                <a:ea typeface="Arial"/>
                <a:cs typeface="Arial"/>
              </a:defRPr>
            </a:lvl4pPr>
            <a:lvl5pPr algn="l">
              <a:buNone/>
              <a:defRPr sz="1725" b="0">
                <a:solidFill>
                  <a:srgbClr val="52665A"/>
                </a:solidFill>
                <a:latin typeface="Arial"/>
                <a:ea typeface="Arial"/>
                <a:cs typeface="Arial"/>
              </a:defRPr>
            </a:lvl5pPr>
            <a:lvl6pPr algn="l">
              <a:buNone/>
              <a:defRPr sz="1725" b="0">
                <a:solidFill>
                  <a:srgbClr val="52665A"/>
                </a:solidFill>
                <a:latin typeface="Arial"/>
                <a:ea typeface="Arial"/>
                <a:cs typeface="Arial"/>
              </a:defRPr>
            </a:lvl6pPr>
            <a:lvl7pPr algn="l">
              <a:buNone/>
              <a:defRPr sz="1725" b="0">
                <a:solidFill>
                  <a:srgbClr val="52665A"/>
                </a:solidFill>
                <a:latin typeface="Arial"/>
                <a:ea typeface="Arial"/>
                <a:cs typeface="Arial"/>
              </a:defRPr>
            </a:lvl7pPr>
            <a:lvl8pPr algn="l">
              <a:buNone/>
              <a:defRPr sz="1725" b="0">
                <a:solidFill>
                  <a:srgbClr val="52665A"/>
                </a:solidFill>
                <a:latin typeface="Arial"/>
                <a:ea typeface="Arial"/>
                <a:cs typeface="Arial"/>
              </a:defRPr>
            </a:lvl8pPr>
            <a:lvl9pPr algn="l">
              <a:buNone/>
              <a:defRPr sz="1725" b="0">
                <a:solidFill>
                  <a:srgbClr val="52665A"/>
                </a:solidFill>
                <a:latin typeface="Arial"/>
                <a:ea typeface="Arial"/>
                <a:cs typeface="Arial"/>
              </a:defRPr>
            </a:lvl9pPr>
          </a:lstStyle>
          <a:p xmlns:a="http://schemas.openxmlformats.org/drawingml/2006/main">
            <a:pPr algn="l">
              <a:buNone/>
              <a:defRPr sz="2025" b="0">
                <a:solidFill>
                  <a:srgbClr val="64756A"/>
                </a:solidFill>
                <a:latin typeface="Arial"/>
                <a:ea typeface="Arial"/>
                <a:cs typeface="Arial"/>
              </a:defRPr>
            </a:pPr>
            <a:r>
              <a:rPr sz="2025" b="0">
                <a:solidFill>
                  <a:srgbClr val="64756A"/>
                </a:solidFill>
                <a:latin typeface="Arial"/>
                <a:ea typeface="Arial"/>
                <a:cs typeface="Arial"/>
              </a:rPr>
              <a:t>Meninjau, menerbitkan,</a:t>
            </a:r>
          </a:p>
          <a:p xmlns:a="http://schemas.openxmlformats.org/drawingml/2006/main">
            <a:pPr algn="l">
              <a:buNone/>
              <a:defRPr sz="2025" b="0">
                <a:solidFill>
                  <a:srgbClr val="64756A"/>
                </a:solidFill>
                <a:latin typeface="Arial"/>
                <a:ea typeface="Arial"/>
                <a:cs typeface="Arial"/>
              </a:defRPr>
            </a:pPr>
            <a:r>
              <a:rPr sz="2025" b="0">
                <a:solidFill>
                  <a:srgbClr val="64756A"/>
                </a:solidFill>
                <a:latin typeface="Arial"/>
                <a:ea typeface="Arial"/>
                <a:cs typeface="Arial"/>
              </a:rPr>
              <a:t>dan mengelola kiriman.</a:t>
            </a:r>
          </a:p>
        </p:txBody>
      </p:sp>
      <p:sp>
        <p:nvSpPr>
          <p:cNvPr id="10" name="Mulai dari Ringkasan, lalu pilih tugas di menu kiri.">
            <a:extLst xmlns:a="http://schemas.openxmlformats.org/drawingml/2006/main">
              <a:ext uri="{FF2B5EF4-FFF2-40B4-BE49-F238E27FC236}">
                <a16:creationId xmlns:a16="http://schemas.microsoft.com/office/drawing/2014/main" id="{E519BC94-8D8D-45AA-97C4-834C1838C9ED}"/>
              </a:ext>
            </a:extLst>
          </p:cNvPr>
          <p:cNvSpPr>
            <a:spLocks xmlns:a="http://schemas.openxmlformats.org/drawingml/2006/main" noGrp="1"/>
          </p:cNvSpPr>
          <p:nvPr/>
        </p:nvSpPr>
        <p:spPr>
          <a:xfrm xmlns:a="http://schemas.openxmlformats.org/drawingml/2006/main">
            <a:off x="533400" y="60293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64756A"/>
                </a:solidFill>
                <a:latin typeface="Arial"/>
                <a:ea typeface="Arial"/>
                <a:cs typeface="Arial"/>
              </a:defRPr>
            </a:defPPr>
            <a:lvl1pPr algn="l">
              <a:defRPr sz="1875" b="0">
                <a:solidFill>
                  <a:srgbClr val="64756A"/>
                </a:solidFill>
                <a:latin typeface="Arial"/>
                <a:ea typeface="Arial"/>
                <a:cs typeface="Arial"/>
              </a:defRPr>
            </a:lvl1pPr>
            <a:lvl2pPr algn="l">
              <a:defRPr sz="1875" b="0">
                <a:solidFill>
                  <a:srgbClr val="64756A"/>
                </a:solidFill>
                <a:latin typeface="Arial"/>
                <a:ea typeface="Arial"/>
                <a:cs typeface="Arial"/>
              </a:defRPr>
            </a:lvl2pPr>
            <a:lvl3pPr algn="l">
              <a:defRPr sz="1875" b="0">
                <a:solidFill>
                  <a:srgbClr val="64756A"/>
                </a:solidFill>
                <a:latin typeface="Arial"/>
                <a:ea typeface="Arial"/>
                <a:cs typeface="Arial"/>
              </a:defRPr>
            </a:lvl3pPr>
            <a:lvl4pPr algn="l">
              <a:defRPr sz="1875" b="0">
                <a:solidFill>
                  <a:srgbClr val="64756A"/>
                </a:solidFill>
                <a:latin typeface="Arial"/>
                <a:ea typeface="Arial"/>
                <a:cs typeface="Arial"/>
              </a:defRPr>
            </a:lvl4pPr>
            <a:lvl5pPr algn="l">
              <a:defRPr sz="1875" b="0">
                <a:solidFill>
                  <a:srgbClr val="64756A"/>
                </a:solidFill>
                <a:latin typeface="Arial"/>
                <a:ea typeface="Arial"/>
                <a:cs typeface="Arial"/>
              </a:defRPr>
            </a:lvl5pPr>
            <a:lvl6pPr algn="l">
              <a:defRPr sz="1875" b="0">
                <a:solidFill>
                  <a:srgbClr val="64756A"/>
                </a:solidFill>
                <a:latin typeface="Arial"/>
                <a:ea typeface="Arial"/>
                <a:cs typeface="Arial"/>
              </a:defRPr>
            </a:lvl6pPr>
            <a:lvl7pPr algn="l">
              <a:defRPr sz="1875" b="0">
                <a:solidFill>
                  <a:srgbClr val="64756A"/>
                </a:solidFill>
                <a:latin typeface="Arial"/>
                <a:ea typeface="Arial"/>
                <a:cs typeface="Arial"/>
              </a:defRPr>
            </a:lvl7pPr>
            <a:lvl8pPr algn="l">
              <a:defRPr sz="1875" b="0">
                <a:solidFill>
                  <a:srgbClr val="64756A"/>
                </a:solidFill>
                <a:latin typeface="Arial"/>
                <a:ea typeface="Arial"/>
                <a:cs typeface="Arial"/>
              </a:defRPr>
            </a:lvl8pPr>
            <a:lvl9pPr algn="l">
              <a:defRPr sz="1875" b="0">
                <a:solidFill>
                  <a:srgbClr val="64756A"/>
                </a:solidFill>
                <a:latin typeface="Arial"/>
                <a:ea typeface="Arial"/>
                <a:cs typeface="Arial"/>
              </a:defRPr>
            </a:lvl9pPr>
          </a:lstStyle>
          <a:p xmlns:a="http://schemas.openxmlformats.org/drawingml/2006/main">
            <a:pPr algn="l">
              <a:defRPr sz="1875" b="0">
                <a:solidFill>
                  <a:srgbClr val="64756A"/>
                </a:solidFill>
                <a:latin typeface="Arial"/>
                <a:ea typeface="Arial"/>
                <a:cs typeface="Arial"/>
              </a:defRPr>
            </a:pPr>
            <a:r>
              <a:rPr sz="1875" b="0">
                <a:solidFill>
                  <a:srgbClr val="64756A"/>
                </a:solidFill>
                <a:latin typeface="Arial"/>
                <a:ea typeface="Arial"/>
                <a:cs typeface="Arial"/>
              </a:rPr>
              <a:t>Mulai dari Ringkasan, lalu pilih tugas di menu kiri.</a:t>
            </a:r>
          </a:p>
        </p:txBody>
      </p:sp>
    </p:spTree>
    <p:extLst>
      <p:ext uri="{BB962C8B-B14F-4D97-AF65-F5344CB8AC3E}">
        <p14:creationId xmlns:p14="http://schemas.microsoft.com/office/powerpoint/2010/main" val="508334589"/>
      </p:ext>
    </p:extLst>
  </p:cSld>
</p:sld>
</file>

<file path=ppt/slides/slide3.xml><?xml version="1.0" encoding="utf-8"?>
<p:sld xmlns:p="http://schemas.openxmlformats.org/presentationml/2006/main">
  <p:cSld>
    <p:bg>
      <p:bgPr>
        <a:solidFill xmlns:a="http://schemas.openxmlformats.org/drawingml/2006/main">
          <a:srgbClr val="0B3026"/>
        </a:solidFill>
      </p:bgPr>
    </p:bg>
    <p:spTree>
      <p:nvGrpSpPr>
        <p:cNvPr id="1" name=""/>
        <p:cNvGrpSpPr/>
        <p:nvPr/>
      </p:nvGrpSpPr>
      <p:grpSpPr>
        <a:xfrm xmlns:a="http://schemas.openxmlformats.org/drawingml/2006/main"/>
      </p:grpSpPr>
      <p:sp>
        <p:nvSpPr>
          <p:cNvPr id="8" name="03 / 10">
            <a:extLst xmlns:a="http://schemas.openxmlformats.org/drawingml/2006/main">
              <a:ext uri="{FF2B5EF4-FFF2-40B4-BE49-F238E27FC236}">
                <a16:creationId xmlns:a16="http://schemas.microsoft.com/office/drawing/2014/main" id="{BA252AA4-884B-437C-B15A-A42CD8D691D4}"/>
              </a:ext>
            </a:extLst>
          </p:cNvPr>
          <p:cNvSpPr>
            <a:spLocks xmlns:a="http://schemas.openxmlformats.org/drawingml/2006/main" noGrp="1"/>
          </p:cNvSpPr>
          <p:nvPr/>
        </p:nvSpPr>
        <p:spPr>
          <a:xfrm xmlns:a="http://schemas.openxmlformats.org/drawingml/2006/main">
            <a:off x="10839450" y="640080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D5E1D7"/>
                </a:solidFill>
                <a:latin typeface="Arial"/>
                <a:ea typeface="Arial"/>
                <a:cs typeface="Arial"/>
              </a:defRPr>
            </a:defPPr>
            <a:lvl1pPr algn="l">
              <a:buNone/>
              <a:defRPr sz="3450" b="1">
                <a:solidFill>
                  <a:srgbClr val="143D28"/>
                </a:solidFill>
                <a:latin typeface="Arial"/>
                <a:ea typeface="Arial"/>
                <a:cs typeface="Arial"/>
              </a:defRPr>
            </a:lvl1pPr>
            <a:lvl2pPr algn="l">
              <a:buNone/>
              <a:defRPr sz="3450" b="1">
                <a:solidFill>
                  <a:srgbClr val="143D28"/>
                </a:solidFill>
                <a:latin typeface="Arial"/>
                <a:ea typeface="Arial"/>
                <a:cs typeface="Arial"/>
              </a:defRPr>
            </a:lvl2pPr>
            <a:lvl3pPr algn="l">
              <a:buNone/>
              <a:defRPr sz="3450" b="1">
                <a:solidFill>
                  <a:srgbClr val="143D28"/>
                </a:solidFill>
                <a:latin typeface="Arial"/>
                <a:ea typeface="Arial"/>
                <a:cs typeface="Arial"/>
              </a:defRPr>
            </a:lvl3pPr>
            <a:lvl4pPr algn="l">
              <a:buNone/>
              <a:defRPr sz="3450" b="1">
                <a:solidFill>
                  <a:srgbClr val="143D28"/>
                </a:solidFill>
                <a:latin typeface="Arial"/>
                <a:ea typeface="Arial"/>
                <a:cs typeface="Arial"/>
              </a:defRPr>
            </a:lvl4pPr>
            <a:lvl5pPr algn="l">
              <a:buNone/>
              <a:defRPr sz="3450" b="1">
                <a:solidFill>
                  <a:srgbClr val="143D28"/>
                </a:solidFill>
                <a:latin typeface="Arial"/>
                <a:ea typeface="Arial"/>
                <a:cs typeface="Arial"/>
              </a:defRPr>
            </a:lvl5pPr>
            <a:lvl6pPr algn="l">
              <a:buNone/>
              <a:defRPr sz="3450" b="1">
                <a:solidFill>
                  <a:srgbClr val="143D28"/>
                </a:solidFill>
                <a:latin typeface="Arial"/>
                <a:ea typeface="Arial"/>
                <a:cs typeface="Arial"/>
              </a:defRPr>
            </a:lvl6pPr>
            <a:lvl7pPr algn="l">
              <a:buNone/>
              <a:defRPr sz="3450" b="1">
                <a:solidFill>
                  <a:srgbClr val="143D28"/>
                </a:solidFill>
                <a:latin typeface="Arial"/>
                <a:ea typeface="Arial"/>
                <a:cs typeface="Arial"/>
              </a:defRPr>
            </a:lvl7pPr>
            <a:lvl8pPr algn="l">
              <a:buNone/>
              <a:defRPr sz="3450" b="1">
                <a:solidFill>
                  <a:srgbClr val="143D28"/>
                </a:solidFill>
                <a:latin typeface="Arial"/>
                <a:ea typeface="Arial"/>
                <a:cs typeface="Arial"/>
              </a:defRPr>
            </a:lvl8pPr>
            <a:lvl9pPr algn="l">
              <a:buNone/>
              <a:defRPr sz="3450" b="1">
                <a:solidFill>
                  <a:srgbClr val="143D28"/>
                </a:solidFill>
                <a:latin typeface="Arial"/>
                <a:ea typeface="Arial"/>
                <a:cs typeface="Arial"/>
              </a:defRPr>
            </a:lvl9pPr>
          </a:lstStyle>
          <a:p xmlns:a="http://schemas.openxmlformats.org/drawingml/2006/main">
            <a:pPr algn="l">
              <a:buNone/>
              <a:defRPr sz="1350" b="0">
                <a:solidFill>
                  <a:srgbClr val="D5E1D7"/>
                </a:solidFill>
                <a:latin typeface="Arial"/>
                <a:ea typeface="Arial"/>
                <a:cs typeface="Arial"/>
              </a:defRPr>
            </a:pPr>
            <a:r>
              <a:rPr sz="1350" b="0">
                <a:solidFill>
                  <a:srgbClr val="D5E1D7"/>
                </a:solidFill>
                <a:latin typeface="Arial"/>
                <a:ea typeface="Arial"/>
                <a:cs typeface="Arial"/>
              </a:rPr>
              <a:t>03 / 10</a:t>
            </a:r>
          </a:p>
        </p:txBody>
      </p:sp>
      <p:sp>
        <p:nvSpPr>
          <p:cNvPr id="2" name="AKSES AKUN">
            <a:extLst xmlns:a="http://schemas.openxmlformats.org/drawingml/2006/main">
              <a:ext uri="{FF2B5EF4-FFF2-40B4-BE49-F238E27FC236}">
                <a16:creationId xmlns:a16="http://schemas.microsoft.com/office/drawing/2014/main" id="{C638FE1C-5AD9-4A7E-9082-50434C453866}"/>
              </a:ext>
            </a:extLst>
          </p:cNvPr>
          <p:cNvSpPr>
            <a:spLocks xmlns:a="http://schemas.openxmlformats.org/drawingml/2006/main" noGrp="1"/>
          </p:cNvSpPr>
          <p:nvPr/>
        </p:nvSpPr>
        <p:spPr>
          <a:xfrm xmlns:a="http://schemas.openxmlformats.org/drawingml/2006/main">
            <a:off x="5334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425" b="1">
                <a:solidFill>
                  <a:srgbClr val="E6C58B"/>
                </a:solidFill>
                <a:latin typeface="Arial"/>
                <a:ea typeface="Arial"/>
                <a:cs typeface="Arial"/>
              </a:defRPr>
            </a:defPPr>
            <a:lvl1pPr algn="l">
              <a:buNone/>
              <a:defRPr sz="1350" b="0">
                <a:solidFill>
                  <a:srgbClr val="52665A"/>
                </a:solidFill>
                <a:latin typeface="Arial"/>
                <a:ea typeface="Arial"/>
                <a:cs typeface="Arial"/>
              </a:defRPr>
            </a:lvl1pPr>
            <a:lvl2pPr algn="l">
              <a:buNone/>
              <a:defRPr sz="1350" b="0">
                <a:solidFill>
                  <a:srgbClr val="52665A"/>
                </a:solidFill>
                <a:latin typeface="Arial"/>
                <a:ea typeface="Arial"/>
                <a:cs typeface="Arial"/>
              </a:defRPr>
            </a:lvl2pPr>
            <a:lvl3pPr algn="l">
              <a:buNone/>
              <a:defRPr sz="1350" b="0">
                <a:solidFill>
                  <a:srgbClr val="52665A"/>
                </a:solidFill>
                <a:latin typeface="Arial"/>
                <a:ea typeface="Arial"/>
                <a:cs typeface="Arial"/>
              </a:defRPr>
            </a:lvl3pPr>
            <a:lvl4pPr algn="l">
              <a:buNone/>
              <a:defRPr sz="1350" b="0">
                <a:solidFill>
                  <a:srgbClr val="52665A"/>
                </a:solidFill>
                <a:latin typeface="Arial"/>
                <a:ea typeface="Arial"/>
                <a:cs typeface="Arial"/>
              </a:defRPr>
            </a:lvl4pPr>
            <a:lvl5pPr algn="l">
              <a:buNone/>
              <a:defRPr sz="1350" b="0">
                <a:solidFill>
                  <a:srgbClr val="52665A"/>
                </a:solidFill>
                <a:latin typeface="Arial"/>
                <a:ea typeface="Arial"/>
                <a:cs typeface="Arial"/>
              </a:defRPr>
            </a:lvl5pPr>
            <a:lvl6pPr algn="l">
              <a:buNone/>
              <a:defRPr sz="1350" b="0">
                <a:solidFill>
                  <a:srgbClr val="52665A"/>
                </a:solidFill>
                <a:latin typeface="Arial"/>
                <a:ea typeface="Arial"/>
                <a:cs typeface="Arial"/>
              </a:defRPr>
            </a:lvl6pPr>
            <a:lvl7pPr algn="l">
              <a:buNone/>
              <a:defRPr sz="1350" b="0">
                <a:solidFill>
                  <a:srgbClr val="52665A"/>
                </a:solidFill>
                <a:latin typeface="Arial"/>
                <a:ea typeface="Arial"/>
                <a:cs typeface="Arial"/>
              </a:defRPr>
            </a:lvl7pPr>
            <a:lvl8pPr algn="l">
              <a:buNone/>
              <a:defRPr sz="1350" b="0">
                <a:solidFill>
                  <a:srgbClr val="52665A"/>
                </a:solidFill>
                <a:latin typeface="Arial"/>
                <a:ea typeface="Arial"/>
                <a:cs typeface="Arial"/>
              </a:defRPr>
            </a:lvl8pPr>
            <a:lvl9pPr algn="l">
              <a:buNone/>
              <a:defRPr sz="1350" b="0">
                <a:solidFill>
                  <a:srgbClr val="52665A"/>
                </a:solidFill>
                <a:latin typeface="Arial"/>
                <a:ea typeface="Arial"/>
                <a:cs typeface="Arial"/>
              </a:defRPr>
            </a:lvl9pPr>
          </a:lstStyle>
          <a:p xmlns:a="http://schemas.openxmlformats.org/drawingml/2006/main">
            <a:pPr algn="l">
              <a:buNone/>
              <a:defRPr sz="1425" b="1">
                <a:solidFill>
                  <a:srgbClr val="E6C58B"/>
                </a:solidFill>
                <a:latin typeface="Arial"/>
                <a:ea typeface="Arial"/>
                <a:cs typeface="Arial"/>
              </a:defRPr>
            </a:pPr>
            <a:r>
              <a:rPr sz="1425" b="1">
                <a:solidFill>
                  <a:srgbClr val="E6C58B"/>
                </a:solidFill>
                <a:latin typeface="Arial"/>
                <a:ea typeface="Arial"/>
                <a:cs typeface="Arial"/>
              </a:rPr>
              <a:t>AKSES AKUN</a:t>
            </a:r>
          </a:p>
        </p:txBody>
      </p:sp>
      <p:sp>
        <p:nvSpPr>
          <p:cNvPr id="3" name="Masuk dan mulai bekerja">
            <a:extLst xmlns:a="http://schemas.openxmlformats.org/drawingml/2006/main">
              <a:ext uri="{FF2B5EF4-FFF2-40B4-BE49-F238E27FC236}">
                <a16:creationId xmlns:a16="http://schemas.microsoft.com/office/drawing/2014/main" id="{EF759DA2-A458-43D9-ADB5-BA7A53AA7055}"/>
              </a:ext>
            </a:extLst>
          </p:cNvPr>
          <p:cNvSpPr>
            <a:spLocks xmlns:a="http://schemas.openxmlformats.org/drawingml/2006/main" noGrp="1"/>
          </p:cNvSpPr>
          <p:nvPr/>
        </p:nvSpPr>
        <p:spPr>
          <a:xfrm xmlns:a="http://schemas.openxmlformats.org/drawingml/2006/main">
            <a:off x="533400" y="80962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050" b="1">
                <a:solidFill>
                  <a:srgbClr val="FFFFFF"/>
                </a:solidFill>
                <a:latin typeface="Arial"/>
                <a:ea typeface="Arial"/>
                <a:cs typeface="Arial"/>
              </a:defRPr>
            </a:defPPr>
            <a:lvl1pPr algn="l">
              <a:buNone/>
              <a:defRPr sz="2325" b="1">
                <a:solidFill>
                  <a:srgbClr val="166534"/>
                </a:solidFill>
                <a:latin typeface="Arial"/>
                <a:ea typeface="Arial"/>
                <a:cs typeface="Arial"/>
              </a:defRPr>
            </a:lvl1pPr>
            <a:lvl2pPr algn="l">
              <a:buNone/>
              <a:defRPr sz="2325" b="1">
                <a:solidFill>
                  <a:srgbClr val="166534"/>
                </a:solidFill>
                <a:latin typeface="Arial"/>
                <a:ea typeface="Arial"/>
                <a:cs typeface="Arial"/>
              </a:defRPr>
            </a:lvl2pPr>
            <a:lvl3pPr algn="l">
              <a:buNone/>
              <a:defRPr sz="2325" b="1">
                <a:solidFill>
                  <a:srgbClr val="166534"/>
                </a:solidFill>
                <a:latin typeface="Arial"/>
                <a:ea typeface="Arial"/>
                <a:cs typeface="Arial"/>
              </a:defRPr>
            </a:lvl3pPr>
            <a:lvl4pPr algn="l">
              <a:buNone/>
              <a:defRPr sz="2325" b="1">
                <a:solidFill>
                  <a:srgbClr val="166534"/>
                </a:solidFill>
                <a:latin typeface="Arial"/>
                <a:ea typeface="Arial"/>
                <a:cs typeface="Arial"/>
              </a:defRPr>
            </a:lvl4pPr>
            <a:lvl5pPr algn="l">
              <a:buNone/>
              <a:defRPr sz="2325" b="1">
                <a:solidFill>
                  <a:srgbClr val="166534"/>
                </a:solidFill>
                <a:latin typeface="Arial"/>
                <a:ea typeface="Arial"/>
                <a:cs typeface="Arial"/>
              </a:defRPr>
            </a:lvl5pPr>
            <a:lvl6pPr algn="l">
              <a:buNone/>
              <a:defRPr sz="2325" b="1">
                <a:solidFill>
                  <a:srgbClr val="166534"/>
                </a:solidFill>
                <a:latin typeface="Arial"/>
                <a:ea typeface="Arial"/>
                <a:cs typeface="Arial"/>
              </a:defRPr>
            </a:lvl6pPr>
            <a:lvl7pPr algn="l">
              <a:buNone/>
              <a:defRPr sz="2325" b="1">
                <a:solidFill>
                  <a:srgbClr val="166534"/>
                </a:solidFill>
                <a:latin typeface="Arial"/>
                <a:ea typeface="Arial"/>
                <a:cs typeface="Arial"/>
              </a:defRPr>
            </a:lvl7pPr>
            <a:lvl8pPr algn="l">
              <a:buNone/>
              <a:defRPr sz="2325" b="1">
                <a:solidFill>
                  <a:srgbClr val="166534"/>
                </a:solidFill>
                <a:latin typeface="Arial"/>
                <a:ea typeface="Arial"/>
                <a:cs typeface="Arial"/>
              </a:defRPr>
            </a:lvl8pPr>
            <a:lvl9pPr algn="l">
              <a:buNone/>
              <a:defRPr sz="2325" b="1">
                <a:solidFill>
                  <a:srgbClr val="166534"/>
                </a:solidFill>
                <a:latin typeface="Arial"/>
                <a:ea typeface="Arial"/>
                <a:cs typeface="Arial"/>
              </a:defRPr>
            </a:lvl9pPr>
          </a:lstStyle>
          <a:p xmlns:a="http://schemas.openxmlformats.org/drawingml/2006/main">
            <a:pPr algn="l">
              <a:buNone/>
              <a:defRPr sz="4050" b="1">
                <a:solidFill>
                  <a:srgbClr val="FFFFFF"/>
                </a:solidFill>
                <a:latin typeface="Arial"/>
                <a:ea typeface="Arial"/>
                <a:cs typeface="Arial"/>
              </a:defRPr>
            </a:pPr>
            <a:r>
              <a:rPr sz="4050" b="1">
                <a:solidFill>
                  <a:srgbClr val="FFFFFF"/>
                </a:solidFill>
                <a:latin typeface="Arial"/>
                <a:ea typeface="Arial"/>
                <a:cs typeface="Arial"/>
              </a:rPr>
              <a:t>Masuk dan mulai bekerja</a:t>
            </a:r>
          </a:p>
        </p:txBody>
      </p:sp>
      <p:sp>
        <p:nvSpPr>
          <p:cNvPr id="4" name="01">
            <a:extLst xmlns:a="http://schemas.openxmlformats.org/drawingml/2006/main">
              <a:ext uri="{FF2B5EF4-FFF2-40B4-BE49-F238E27FC236}">
                <a16:creationId xmlns:a16="http://schemas.microsoft.com/office/drawing/2014/main" id="{7BC286A7-FECC-497A-B224-5D9007297F23}"/>
              </a:ext>
            </a:extLst>
          </p:cNvPr>
          <p:cNvSpPr>
            <a:spLocks xmlns:a="http://schemas.openxmlformats.org/drawingml/2006/main" noGrp="1"/>
          </p:cNvSpPr>
          <p:nvPr/>
        </p:nvSpPr>
        <p:spPr>
          <a:xfrm xmlns:a="http://schemas.openxmlformats.org/drawingml/2006/main">
            <a:off x="533400" y="2095500"/>
            <a:ext cx="49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00" b="1">
                <a:solidFill>
                  <a:srgbClr val="E6C58B"/>
                </a:solidFill>
                <a:latin typeface="Arial"/>
                <a:ea typeface="Arial"/>
                <a:cs typeface="Arial"/>
              </a:defRPr>
            </a:defPPr>
            <a:lvl1pPr algn="l">
              <a:buNone/>
              <a:defRPr sz="2325" b="0">
                <a:solidFill>
                  <a:srgbClr val="253E30"/>
                </a:solidFill>
                <a:latin typeface="Arial"/>
                <a:ea typeface="Arial"/>
                <a:cs typeface="Arial"/>
              </a:defRPr>
            </a:lvl1pPr>
            <a:lvl2pPr algn="l">
              <a:buNone/>
              <a:defRPr sz="2325" b="0">
                <a:solidFill>
                  <a:srgbClr val="253E30"/>
                </a:solidFill>
                <a:latin typeface="Arial"/>
                <a:ea typeface="Arial"/>
                <a:cs typeface="Arial"/>
              </a:defRPr>
            </a:lvl2pPr>
            <a:lvl3pPr algn="l">
              <a:buNone/>
              <a:defRPr sz="2325" b="0">
                <a:solidFill>
                  <a:srgbClr val="253E30"/>
                </a:solidFill>
                <a:latin typeface="Arial"/>
                <a:ea typeface="Arial"/>
                <a:cs typeface="Arial"/>
              </a:defRPr>
            </a:lvl3pPr>
            <a:lvl4pPr algn="l">
              <a:buNone/>
              <a:defRPr sz="2325" b="0">
                <a:solidFill>
                  <a:srgbClr val="253E30"/>
                </a:solidFill>
                <a:latin typeface="Arial"/>
                <a:ea typeface="Arial"/>
                <a:cs typeface="Arial"/>
              </a:defRPr>
            </a:lvl4pPr>
            <a:lvl5pPr algn="l">
              <a:buNone/>
              <a:defRPr sz="2325" b="0">
                <a:solidFill>
                  <a:srgbClr val="253E30"/>
                </a:solidFill>
                <a:latin typeface="Arial"/>
                <a:ea typeface="Arial"/>
                <a:cs typeface="Arial"/>
              </a:defRPr>
            </a:lvl5pPr>
            <a:lvl6pPr algn="l">
              <a:buNone/>
              <a:defRPr sz="2325" b="0">
                <a:solidFill>
                  <a:srgbClr val="253E30"/>
                </a:solidFill>
                <a:latin typeface="Arial"/>
                <a:ea typeface="Arial"/>
                <a:cs typeface="Arial"/>
              </a:defRPr>
            </a:lvl6pPr>
            <a:lvl7pPr algn="l">
              <a:buNone/>
              <a:defRPr sz="2325" b="0">
                <a:solidFill>
                  <a:srgbClr val="253E30"/>
                </a:solidFill>
                <a:latin typeface="Arial"/>
                <a:ea typeface="Arial"/>
                <a:cs typeface="Arial"/>
              </a:defRPr>
            </a:lvl7pPr>
            <a:lvl8pPr algn="l">
              <a:buNone/>
              <a:defRPr sz="2325" b="0">
                <a:solidFill>
                  <a:srgbClr val="253E30"/>
                </a:solidFill>
                <a:latin typeface="Arial"/>
                <a:ea typeface="Arial"/>
                <a:cs typeface="Arial"/>
              </a:defRPr>
            </a:lvl8pPr>
            <a:lvl9pPr algn="l">
              <a:buNone/>
              <a:defRPr sz="2325" b="0">
                <a:solidFill>
                  <a:srgbClr val="253E30"/>
                </a:solidFill>
                <a:latin typeface="Arial"/>
                <a:ea typeface="Arial"/>
                <a:cs typeface="Arial"/>
              </a:defRPr>
            </a:lvl9pPr>
          </a:lstStyle>
          <a:p xmlns:a="http://schemas.openxmlformats.org/drawingml/2006/main">
            <a:pPr algn="l">
              <a:buNone/>
              <a:defRPr sz="2700" b="1">
                <a:solidFill>
                  <a:srgbClr val="E6C58B"/>
                </a:solidFill>
                <a:latin typeface="Arial"/>
                <a:ea typeface="Arial"/>
                <a:cs typeface="Arial"/>
              </a:defRPr>
            </a:pPr>
            <a:r>
              <a:rPr sz="2700" b="1">
                <a:solidFill>
                  <a:srgbClr val="E6C58B"/>
                </a:solidFill>
                <a:latin typeface="Arial"/>
                <a:ea typeface="Arial"/>
                <a:cs typeface="Arial"/>
              </a:rPr>
              <a:t>01</a:t>
            </a:r>
          </a:p>
        </p:txBody>
      </p:sp>
      <p:sp>
        <p:nvSpPr>
          <p:cNvPr id="5" name="Buka /login.html">
            <a:extLst xmlns:a="http://schemas.openxmlformats.org/drawingml/2006/main">
              <a:ext uri="{FF2B5EF4-FFF2-40B4-BE49-F238E27FC236}">
                <a16:creationId xmlns:a16="http://schemas.microsoft.com/office/drawing/2014/main" id="{11C18C22-3D7B-48CE-8D22-CA0458DAAEF3}"/>
              </a:ext>
            </a:extLst>
          </p:cNvPr>
          <p:cNvSpPr>
            <a:spLocks xmlns:a="http://schemas.openxmlformats.org/drawingml/2006/main" noGrp="1"/>
          </p:cNvSpPr>
          <p:nvPr/>
        </p:nvSpPr>
        <p:spPr>
          <a:xfrm xmlns:a="http://schemas.openxmlformats.org/drawingml/2006/main">
            <a:off x="1200150" y="2105025"/>
            <a:ext cx="581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FFFFFF"/>
                </a:solidFill>
                <a:latin typeface="Arial"/>
                <a:ea typeface="Arial"/>
                <a:cs typeface="Arial"/>
              </a:defRPr>
            </a:defPPr>
            <a:lvl1pPr algn="l">
              <a:buNone/>
              <a:defRPr sz="2325" b="0">
                <a:solidFill>
                  <a:srgbClr val="253E30"/>
                </a:solidFill>
                <a:latin typeface="Arial"/>
                <a:ea typeface="Arial"/>
                <a:cs typeface="Arial"/>
              </a:defRPr>
            </a:lvl1pPr>
            <a:lvl2pPr algn="l">
              <a:buNone/>
              <a:defRPr sz="2325" b="0">
                <a:solidFill>
                  <a:srgbClr val="253E30"/>
                </a:solidFill>
                <a:latin typeface="Arial"/>
                <a:ea typeface="Arial"/>
                <a:cs typeface="Arial"/>
              </a:defRPr>
            </a:lvl2pPr>
            <a:lvl3pPr algn="l">
              <a:buNone/>
              <a:defRPr sz="2325" b="0">
                <a:solidFill>
                  <a:srgbClr val="253E30"/>
                </a:solidFill>
                <a:latin typeface="Arial"/>
                <a:ea typeface="Arial"/>
                <a:cs typeface="Arial"/>
              </a:defRPr>
            </a:lvl3pPr>
            <a:lvl4pPr algn="l">
              <a:buNone/>
              <a:defRPr sz="2325" b="0">
                <a:solidFill>
                  <a:srgbClr val="253E30"/>
                </a:solidFill>
                <a:latin typeface="Arial"/>
                <a:ea typeface="Arial"/>
                <a:cs typeface="Arial"/>
              </a:defRPr>
            </a:lvl4pPr>
            <a:lvl5pPr algn="l">
              <a:buNone/>
              <a:defRPr sz="2325" b="0">
                <a:solidFill>
                  <a:srgbClr val="253E30"/>
                </a:solidFill>
                <a:latin typeface="Arial"/>
                <a:ea typeface="Arial"/>
                <a:cs typeface="Arial"/>
              </a:defRPr>
            </a:lvl5pPr>
            <a:lvl6pPr algn="l">
              <a:buNone/>
              <a:defRPr sz="2325" b="0">
                <a:solidFill>
                  <a:srgbClr val="253E30"/>
                </a:solidFill>
                <a:latin typeface="Arial"/>
                <a:ea typeface="Arial"/>
                <a:cs typeface="Arial"/>
              </a:defRPr>
            </a:lvl6pPr>
            <a:lvl7pPr algn="l">
              <a:buNone/>
              <a:defRPr sz="2325" b="0">
                <a:solidFill>
                  <a:srgbClr val="253E30"/>
                </a:solidFill>
                <a:latin typeface="Arial"/>
                <a:ea typeface="Arial"/>
                <a:cs typeface="Arial"/>
              </a:defRPr>
            </a:lvl7pPr>
            <a:lvl8pPr algn="l">
              <a:buNone/>
              <a:defRPr sz="2325" b="0">
                <a:solidFill>
                  <a:srgbClr val="253E30"/>
                </a:solidFill>
                <a:latin typeface="Arial"/>
                <a:ea typeface="Arial"/>
                <a:cs typeface="Arial"/>
              </a:defRPr>
            </a:lvl8pPr>
            <a:lvl9pPr algn="l">
              <a:buNone/>
              <a:defRPr sz="2325" b="0">
                <a:solidFill>
                  <a:srgbClr val="253E30"/>
                </a:solidFill>
                <a:latin typeface="Arial"/>
                <a:ea typeface="Arial"/>
                <a:cs typeface="Arial"/>
              </a:defRPr>
            </a:lvl9pPr>
          </a:lstStyle>
          <a:p xmlns:a="http://schemas.openxmlformats.org/drawingml/2006/main">
            <a:pPr algn="l">
              <a:buNone/>
              <a:defRPr sz="2250" b="1">
                <a:solidFill>
                  <a:srgbClr val="FFFFFF"/>
                </a:solidFill>
                <a:latin typeface="Arial"/>
                <a:ea typeface="Arial"/>
                <a:cs typeface="Arial"/>
              </a:defRPr>
            </a:pPr>
            <a:r>
              <a:rPr sz="2250" b="1">
                <a:solidFill>
                  <a:srgbClr val="FFFFFF"/>
                </a:solidFill>
                <a:latin typeface="Arial"/>
                <a:ea typeface="Arial"/>
                <a:cs typeface="Arial"/>
              </a:rPr>
              <a:t>Buka /login.html</a:t>
            </a:r>
          </a:p>
        </p:txBody>
      </p:sp>
      <p:sp>
        <p:nvSpPr>
          <p:cNvPr id="6" name="Tambahkan pada domain website.">
            <a:extLst xmlns:a="http://schemas.openxmlformats.org/drawingml/2006/main">
              <a:ext uri="{FF2B5EF4-FFF2-40B4-BE49-F238E27FC236}">
                <a16:creationId xmlns:a16="http://schemas.microsoft.com/office/drawing/2014/main" id="{63FC2B08-607B-4915-A469-2D5B787F5D29}"/>
              </a:ext>
            </a:extLst>
          </p:cNvPr>
          <p:cNvSpPr>
            <a:spLocks xmlns:a="http://schemas.openxmlformats.org/drawingml/2006/main" noGrp="1"/>
          </p:cNvSpPr>
          <p:nvPr/>
        </p:nvSpPr>
        <p:spPr>
          <a:xfrm xmlns:a="http://schemas.openxmlformats.org/drawingml/2006/main">
            <a:off x="1200150" y="2581275"/>
            <a:ext cx="581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D5E1D7"/>
                </a:solidFill>
                <a:latin typeface="Arial"/>
                <a:ea typeface="Arial"/>
                <a:cs typeface="Arial"/>
              </a:defRPr>
            </a:defPPr>
            <a:lvl1pPr algn="l">
              <a:buNone/>
              <a:defRPr sz="2100" b="1">
                <a:solidFill>
                  <a:srgbClr val="166534"/>
                </a:solidFill>
                <a:latin typeface="Arial"/>
                <a:ea typeface="Arial"/>
                <a:cs typeface="Arial"/>
              </a:defRPr>
            </a:lvl1pPr>
            <a:lvl2pPr algn="l">
              <a:buNone/>
              <a:defRPr sz="2100" b="1">
                <a:solidFill>
                  <a:srgbClr val="166534"/>
                </a:solidFill>
                <a:latin typeface="Arial"/>
                <a:ea typeface="Arial"/>
                <a:cs typeface="Arial"/>
              </a:defRPr>
            </a:lvl2pPr>
            <a:lvl3pPr algn="l">
              <a:buNone/>
              <a:defRPr sz="2100" b="1">
                <a:solidFill>
                  <a:srgbClr val="166534"/>
                </a:solidFill>
                <a:latin typeface="Arial"/>
                <a:ea typeface="Arial"/>
                <a:cs typeface="Arial"/>
              </a:defRPr>
            </a:lvl3pPr>
            <a:lvl4pPr algn="l">
              <a:buNone/>
              <a:defRPr sz="2100" b="1">
                <a:solidFill>
                  <a:srgbClr val="166534"/>
                </a:solidFill>
                <a:latin typeface="Arial"/>
                <a:ea typeface="Arial"/>
                <a:cs typeface="Arial"/>
              </a:defRPr>
            </a:lvl4pPr>
            <a:lvl5pPr algn="l">
              <a:buNone/>
              <a:defRPr sz="2100" b="1">
                <a:solidFill>
                  <a:srgbClr val="166534"/>
                </a:solidFill>
                <a:latin typeface="Arial"/>
                <a:ea typeface="Arial"/>
                <a:cs typeface="Arial"/>
              </a:defRPr>
            </a:lvl5pPr>
            <a:lvl6pPr algn="l">
              <a:buNone/>
              <a:defRPr sz="2100" b="1">
                <a:solidFill>
                  <a:srgbClr val="166534"/>
                </a:solidFill>
                <a:latin typeface="Arial"/>
                <a:ea typeface="Arial"/>
                <a:cs typeface="Arial"/>
              </a:defRPr>
            </a:lvl6pPr>
            <a:lvl7pPr algn="l">
              <a:buNone/>
              <a:defRPr sz="2100" b="1">
                <a:solidFill>
                  <a:srgbClr val="166534"/>
                </a:solidFill>
                <a:latin typeface="Arial"/>
                <a:ea typeface="Arial"/>
                <a:cs typeface="Arial"/>
              </a:defRPr>
            </a:lvl7pPr>
            <a:lvl8pPr algn="l">
              <a:buNone/>
              <a:defRPr sz="2100" b="1">
                <a:solidFill>
                  <a:srgbClr val="166534"/>
                </a:solidFill>
                <a:latin typeface="Arial"/>
                <a:ea typeface="Arial"/>
                <a:cs typeface="Arial"/>
              </a:defRPr>
            </a:lvl8pPr>
            <a:lvl9pPr algn="l">
              <a:buNone/>
              <a:defRPr sz="2100" b="1">
                <a:solidFill>
                  <a:srgbClr val="166534"/>
                </a:solidFill>
                <a:latin typeface="Arial"/>
                <a:ea typeface="Arial"/>
                <a:cs typeface="Arial"/>
              </a:defRPr>
            </a:lvl9pPr>
          </a:lstStyle>
          <a:p xmlns:a="http://schemas.openxmlformats.org/drawingml/2006/main">
            <a:pPr algn="l">
              <a:buNone/>
              <a:defRPr sz="1950" b="0">
                <a:solidFill>
                  <a:srgbClr val="D5E1D7"/>
                </a:solidFill>
                <a:latin typeface="Arial"/>
                <a:ea typeface="Arial"/>
                <a:cs typeface="Arial"/>
              </a:defRPr>
            </a:pPr>
            <a:r>
              <a:rPr sz="1950" b="0">
                <a:solidFill>
                  <a:srgbClr val="D5E1D7"/>
                </a:solidFill>
                <a:latin typeface="Arial"/>
                <a:ea typeface="Arial"/>
                <a:cs typeface="Arial"/>
              </a:rPr>
              <a:t>Tambahkan pada domain website.</a:t>
            </a:r>
          </a:p>
        </p:txBody>
      </p:sp>
      <p:pic>
        <p:nvPicPr>
          <p:cNvPr id="7" name="">
            <a:extLst xmlns:a="http://schemas.openxmlformats.org/drawingml/2006/main">
              <a:ext uri="{FF2B5EF4-FFF2-40B4-BE49-F238E27FC236}">
                <a16:creationId xmlns:a16="http://schemas.microsoft.com/office/drawing/2014/main" id="{AD6179BF-6D41-4220-85ED-9D72DE69AB30}"/>
              </a:ext>
            </a:extLst>
          </p:cNvPr>
          <p:cNvPicPr>
            <a:picLocks xmlns:a="http://schemas.openxmlformats.org/drawingml/2006/main" noChangeAspect="1"/>
          </p:cNvPicPr>
          <p:nvPr/>
        </p:nvPicPr>
        <p:blipFill>
          <a:blip xmlns:r="http://schemas.openxmlformats.org/officeDocument/2006/relationships" xmlns:a="http://schemas.openxmlformats.org/drawingml/2006/main" r:embed="R1a0a895c1aad436f"/>
          <a:srcRect xmlns:a="http://schemas.openxmlformats.org/drawingml/2006/main" l="62240" t="31492" r="16667" b="23450"/>
          <a:stretch xmlns:a="http://schemas.openxmlformats.org/drawingml/2006/main"/>
        </p:blipFill>
        <p:spPr>
          <a:xfrm xmlns:a="http://schemas.openxmlformats.org/drawingml/2006/main">
            <a:off x="7810500" y="1933575"/>
            <a:ext cx="3766369" cy="4324350"/>
          </a:xfrm>
          <a:prstGeom xmlns:a="http://schemas.openxmlformats.org/drawingml/2006/main" prst="rect">
            <a:avLst/>
          </a:prstGeom>
        </p:spPr>
      </p:pic>
      <p:sp>
        <p:nvSpPr>
          <p:cNvPr id="9" name="02">
            <a:extLst xmlns:a="http://schemas.openxmlformats.org/drawingml/2006/main">
              <a:ext uri="{FF2B5EF4-FFF2-40B4-BE49-F238E27FC236}">
                <a16:creationId xmlns:a16="http://schemas.microsoft.com/office/drawing/2014/main" id="{17BBDD5A-5855-4799-90BF-1C6B354C0874}"/>
              </a:ext>
            </a:extLst>
          </p:cNvPr>
          <p:cNvSpPr>
            <a:spLocks xmlns:a="http://schemas.openxmlformats.org/drawingml/2006/main" noGrp="1"/>
          </p:cNvSpPr>
          <p:nvPr/>
        </p:nvSpPr>
        <p:spPr>
          <a:xfrm xmlns:a="http://schemas.openxmlformats.org/drawingml/2006/main">
            <a:off x="533400" y="3352800"/>
            <a:ext cx="49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00" b="1">
                <a:solidFill>
                  <a:srgbClr val="E6C58B"/>
                </a:solidFill>
                <a:latin typeface="Arial"/>
                <a:ea typeface="Arial"/>
                <a:cs typeface="Arial"/>
              </a:defRPr>
            </a:defPPr>
            <a:lvl1pPr algn="l">
              <a:defRPr sz="2700" b="1">
                <a:solidFill>
                  <a:srgbClr val="E6C58B"/>
                </a:solidFill>
                <a:latin typeface="Arial"/>
                <a:ea typeface="Arial"/>
                <a:cs typeface="Arial"/>
              </a:defRPr>
            </a:lvl1pPr>
            <a:lvl2pPr algn="l">
              <a:defRPr sz="2700" b="1">
                <a:solidFill>
                  <a:srgbClr val="E6C58B"/>
                </a:solidFill>
                <a:latin typeface="Arial"/>
                <a:ea typeface="Arial"/>
                <a:cs typeface="Arial"/>
              </a:defRPr>
            </a:lvl2pPr>
            <a:lvl3pPr algn="l">
              <a:defRPr sz="2700" b="1">
                <a:solidFill>
                  <a:srgbClr val="E6C58B"/>
                </a:solidFill>
                <a:latin typeface="Arial"/>
                <a:ea typeface="Arial"/>
                <a:cs typeface="Arial"/>
              </a:defRPr>
            </a:lvl3pPr>
            <a:lvl4pPr algn="l">
              <a:defRPr sz="2700" b="1">
                <a:solidFill>
                  <a:srgbClr val="E6C58B"/>
                </a:solidFill>
                <a:latin typeface="Arial"/>
                <a:ea typeface="Arial"/>
                <a:cs typeface="Arial"/>
              </a:defRPr>
            </a:lvl4pPr>
            <a:lvl5pPr algn="l">
              <a:defRPr sz="2700" b="1">
                <a:solidFill>
                  <a:srgbClr val="E6C58B"/>
                </a:solidFill>
                <a:latin typeface="Arial"/>
                <a:ea typeface="Arial"/>
                <a:cs typeface="Arial"/>
              </a:defRPr>
            </a:lvl5pPr>
            <a:lvl6pPr algn="l">
              <a:defRPr sz="2700" b="1">
                <a:solidFill>
                  <a:srgbClr val="E6C58B"/>
                </a:solidFill>
                <a:latin typeface="Arial"/>
                <a:ea typeface="Arial"/>
                <a:cs typeface="Arial"/>
              </a:defRPr>
            </a:lvl6pPr>
            <a:lvl7pPr algn="l">
              <a:defRPr sz="2700" b="1">
                <a:solidFill>
                  <a:srgbClr val="E6C58B"/>
                </a:solidFill>
                <a:latin typeface="Arial"/>
                <a:ea typeface="Arial"/>
                <a:cs typeface="Arial"/>
              </a:defRPr>
            </a:lvl7pPr>
            <a:lvl8pPr algn="l">
              <a:defRPr sz="2700" b="1">
                <a:solidFill>
                  <a:srgbClr val="E6C58B"/>
                </a:solidFill>
                <a:latin typeface="Arial"/>
                <a:ea typeface="Arial"/>
                <a:cs typeface="Arial"/>
              </a:defRPr>
            </a:lvl8pPr>
            <a:lvl9pPr algn="l">
              <a:defRPr sz="2700" b="1">
                <a:solidFill>
                  <a:srgbClr val="E6C58B"/>
                </a:solidFill>
                <a:latin typeface="Arial"/>
                <a:ea typeface="Arial"/>
                <a:cs typeface="Arial"/>
              </a:defRPr>
            </a:lvl9pPr>
          </a:lstStyle>
          <a:p xmlns:a="http://schemas.openxmlformats.org/drawingml/2006/main">
            <a:pPr algn="l">
              <a:defRPr sz="2700" b="1">
                <a:solidFill>
                  <a:srgbClr val="E6C58B"/>
                </a:solidFill>
                <a:latin typeface="Arial"/>
                <a:ea typeface="Arial"/>
                <a:cs typeface="Arial"/>
              </a:defRPr>
            </a:pPr>
            <a:r>
              <a:rPr sz="2700" b="1">
                <a:solidFill>
                  <a:srgbClr val="E6C58B"/>
                </a:solidFill>
                <a:latin typeface="Arial"/>
                <a:ea typeface="Arial"/>
                <a:cs typeface="Arial"/>
              </a:rPr>
              <a:t>02</a:t>
            </a:r>
          </a:p>
        </p:txBody>
      </p:sp>
      <p:sp>
        <p:nvSpPr>
          <p:cNvPr id="10" name="Masukkan email dan password">
            <a:extLst xmlns:a="http://schemas.openxmlformats.org/drawingml/2006/main">
              <a:ext uri="{FF2B5EF4-FFF2-40B4-BE49-F238E27FC236}">
                <a16:creationId xmlns:a16="http://schemas.microsoft.com/office/drawing/2014/main" id="{B82CEBFE-9D95-4D67-9897-BAE2F2DE6191}"/>
              </a:ext>
            </a:extLst>
          </p:cNvPr>
          <p:cNvSpPr>
            <a:spLocks xmlns:a="http://schemas.openxmlformats.org/drawingml/2006/main" noGrp="1"/>
          </p:cNvSpPr>
          <p:nvPr/>
        </p:nvSpPr>
        <p:spPr>
          <a:xfrm xmlns:a="http://schemas.openxmlformats.org/drawingml/2006/main">
            <a:off x="1200150" y="3362325"/>
            <a:ext cx="581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FFFFFF"/>
                </a:solidFill>
                <a:latin typeface="Arial"/>
                <a:ea typeface="Arial"/>
                <a:cs typeface="Arial"/>
              </a:defRPr>
            </a:defPPr>
            <a:lvl1pPr algn="l">
              <a:defRPr sz="2250" b="1">
                <a:solidFill>
                  <a:srgbClr val="FFFFFF"/>
                </a:solidFill>
                <a:latin typeface="Arial"/>
                <a:ea typeface="Arial"/>
                <a:cs typeface="Arial"/>
              </a:defRPr>
            </a:lvl1pPr>
            <a:lvl2pPr algn="l">
              <a:defRPr sz="2250" b="1">
                <a:solidFill>
                  <a:srgbClr val="FFFFFF"/>
                </a:solidFill>
                <a:latin typeface="Arial"/>
                <a:ea typeface="Arial"/>
                <a:cs typeface="Arial"/>
              </a:defRPr>
            </a:lvl2pPr>
            <a:lvl3pPr algn="l">
              <a:defRPr sz="2250" b="1">
                <a:solidFill>
                  <a:srgbClr val="FFFFFF"/>
                </a:solidFill>
                <a:latin typeface="Arial"/>
                <a:ea typeface="Arial"/>
                <a:cs typeface="Arial"/>
              </a:defRPr>
            </a:lvl3pPr>
            <a:lvl4pPr algn="l">
              <a:defRPr sz="2250" b="1">
                <a:solidFill>
                  <a:srgbClr val="FFFFFF"/>
                </a:solidFill>
                <a:latin typeface="Arial"/>
                <a:ea typeface="Arial"/>
                <a:cs typeface="Arial"/>
              </a:defRPr>
            </a:lvl4pPr>
            <a:lvl5pPr algn="l">
              <a:defRPr sz="2250" b="1">
                <a:solidFill>
                  <a:srgbClr val="FFFFFF"/>
                </a:solidFill>
                <a:latin typeface="Arial"/>
                <a:ea typeface="Arial"/>
                <a:cs typeface="Arial"/>
              </a:defRPr>
            </a:lvl5pPr>
            <a:lvl6pPr algn="l">
              <a:defRPr sz="2250" b="1">
                <a:solidFill>
                  <a:srgbClr val="FFFFFF"/>
                </a:solidFill>
                <a:latin typeface="Arial"/>
                <a:ea typeface="Arial"/>
                <a:cs typeface="Arial"/>
              </a:defRPr>
            </a:lvl6pPr>
            <a:lvl7pPr algn="l">
              <a:defRPr sz="2250" b="1">
                <a:solidFill>
                  <a:srgbClr val="FFFFFF"/>
                </a:solidFill>
                <a:latin typeface="Arial"/>
                <a:ea typeface="Arial"/>
                <a:cs typeface="Arial"/>
              </a:defRPr>
            </a:lvl7pPr>
            <a:lvl8pPr algn="l">
              <a:defRPr sz="2250" b="1">
                <a:solidFill>
                  <a:srgbClr val="FFFFFF"/>
                </a:solidFill>
                <a:latin typeface="Arial"/>
                <a:ea typeface="Arial"/>
                <a:cs typeface="Arial"/>
              </a:defRPr>
            </a:lvl8pPr>
            <a:lvl9pPr algn="l">
              <a:defRPr sz="2250" b="1">
                <a:solidFill>
                  <a:srgbClr val="FFFFFF"/>
                </a:solidFill>
                <a:latin typeface="Arial"/>
                <a:ea typeface="Arial"/>
                <a:cs typeface="Arial"/>
              </a:defRPr>
            </a:lvl9pPr>
          </a:lstStyle>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Masukkan email dan password</a:t>
            </a:r>
          </a:p>
        </p:txBody>
      </p:sp>
      <p:sp>
        <p:nvSpPr>
          <p:cNvPr id="11" name="Gunakan akun pengurus yang diberikan.">
            <a:extLst xmlns:a="http://schemas.openxmlformats.org/drawingml/2006/main">
              <a:ext uri="{FF2B5EF4-FFF2-40B4-BE49-F238E27FC236}">
                <a16:creationId xmlns:a16="http://schemas.microsoft.com/office/drawing/2014/main" id="{E3BDBEF4-8724-4D93-B2CA-235D318AB372}"/>
              </a:ext>
            </a:extLst>
          </p:cNvPr>
          <p:cNvSpPr>
            <a:spLocks xmlns:a="http://schemas.openxmlformats.org/drawingml/2006/main" noGrp="1"/>
          </p:cNvSpPr>
          <p:nvPr/>
        </p:nvSpPr>
        <p:spPr>
          <a:xfrm xmlns:a="http://schemas.openxmlformats.org/drawingml/2006/main">
            <a:off x="1200150" y="3838575"/>
            <a:ext cx="581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D5E1D7"/>
                </a:solidFill>
                <a:latin typeface="Arial"/>
                <a:ea typeface="Arial"/>
                <a:cs typeface="Arial"/>
              </a:defRPr>
            </a:defPPr>
            <a:lvl1pPr algn="l">
              <a:defRPr sz="1950" b="0">
                <a:solidFill>
                  <a:srgbClr val="D5E1D7"/>
                </a:solidFill>
                <a:latin typeface="Arial"/>
                <a:ea typeface="Arial"/>
                <a:cs typeface="Arial"/>
              </a:defRPr>
            </a:lvl1pPr>
            <a:lvl2pPr algn="l">
              <a:defRPr sz="1950" b="0">
                <a:solidFill>
                  <a:srgbClr val="D5E1D7"/>
                </a:solidFill>
                <a:latin typeface="Arial"/>
                <a:ea typeface="Arial"/>
                <a:cs typeface="Arial"/>
              </a:defRPr>
            </a:lvl2pPr>
            <a:lvl3pPr algn="l">
              <a:defRPr sz="1950" b="0">
                <a:solidFill>
                  <a:srgbClr val="D5E1D7"/>
                </a:solidFill>
                <a:latin typeface="Arial"/>
                <a:ea typeface="Arial"/>
                <a:cs typeface="Arial"/>
              </a:defRPr>
            </a:lvl3pPr>
            <a:lvl4pPr algn="l">
              <a:defRPr sz="1950" b="0">
                <a:solidFill>
                  <a:srgbClr val="D5E1D7"/>
                </a:solidFill>
                <a:latin typeface="Arial"/>
                <a:ea typeface="Arial"/>
                <a:cs typeface="Arial"/>
              </a:defRPr>
            </a:lvl4pPr>
            <a:lvl5pPr algn="l">
              <a:defRPr sz="1950" b="0">
                <a:solidFill>
                  <a:srgbClr val="D5E1D7"/>
                </a:solidFill>
                <a:latin typeface="Arial"/>
                <a:ea typeface="Arial"/>
                <a:cs typeface="Arial"/>
              </a:defRPr>
            </a:lvl5pPr>
            <a:lvl6pPr algn="l">
              <a:defRPr sz="1950" b="0">
                <a:solidFill>
                  <a:srgbClr val="D5E1D7"/>
                </a:solidFill>
                <a:latin typeface="Arial"/>
                <a:ea typeface="Arial"/>
                <a:cs typeface="Arial"/>
              </a:defRPr>
            </a:lvl6pPr>
            <a:lvl7pPr algn="l">
              <a:defRPr sz="1950" b="0">
                <a:solidFill>
                  <a:srgbClr val="D5E1D7"/>
                </a:solidFill>
                <a:latin typeface="Arial"/>
                <a:ea typeface="Arial"/>
                <a:cs typeface="Arial"/>
              </a:defRPr>
            </a:lvl7pPr>
            <a:lvl8pPr algn="l">
              <a:defRPr sz="1950" b="0">
                <a:solidFill>
                  <a:srgbClr val="D5E1D7"/>
                </a:solidFill>
                <a:latin typeface="Arial"/>
                <a:ea typeface="Arial"/>
                <a:cs typeface="Arial"/>
              </a:defRPr>
            </a:lvl8pPr>
            <a:lvl9pPr algn="l">
              <a:defRPr sz="1950" b="0">
                <a:solidFill>
                  <a:srgbClr val="D5E1D7"/>
                </a:solidFill>
                <a:latin typeface="Arial"/>
                <a:ea typeface="Arial"/>
                <a:cs typeface="Arial"/>
              </a:defRPr>
            </a:lvl9pPr>
          </a:lstStyle>
          <a:p xmlns:a="http://schemas.openxmlformats.org/drawingml/2006/main">
            <a:pPr algn="l">
              <a:defRPr sz="1950" b="0">
                <a:solidFill>
                  <a:srgbClr val="D5E1D7"/>
                </a:solidFill>
                <a:latin typeface="Arial"/>
                <a:ea typeface="Arial"/>
                <a:cs typeface="Arial"/>
              </a:defRPr>
            </a:pPr>
            <a:r>
              <a:rPr sz="1950" b="0">
                <a:solidFill>
                  <a:srgbClr val="D5E1D7"/>
                </a:solidFill>
                <a:latin typeface="Arial"/>
                <a:ea typeface="Arial"/>
                <a:cs typeface="Arial"/>
              </a:rPr>
              <a:t>Gunakan akun pengurus yang diberikan.</a:t>
            </a:r>
          </a:p>
        </p:txBody>
      </p:sp>
      <p:sp>
        <p:nvSpPr>
          <p:cNvPr id="12" name="03">
            <a:extLst xmlns:a="http://schemas.openxmlformats.org/drawingml/2006/main">
              <a:ext uri="{FF2B5EF4-FFF2-40B4-BE49-F238E27FC236}">
                <a16:creationId xmlns:a16="http://schemas.microsoft.com/office/drawing/2014/main" id="{559E3B2D-8443-4C1E-A837-C6398B287601}"/>
              </a:ext>
            </a:extLst>
          </p:cNvPr>
          <p:cNvSpPr>
            <a:spLocks xmlns:a="http://schemas.openxmlformats.org/drawingml/2006/main" noGrp="1"/>
          </p:cNvSpPr>
          <p:nvPr/>
        </p:nvSpPr>
        <p:spPr>
          <a:xfrm xmlns:a="http://schemas.openxmlformats.org/drawingml/2006/main">
            <a:off x="533400" y="4610100"/>
            <a:ext cx="49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00" b="1">
                <a:solidFill>
                  <a:srgbClr val="E6C58B"/>
                </a:solidFill>
                <a:latin typeface="Arial"/>
                <a:ea typeface="Arial"/>
                <a:cs typeface="Arial"/>
              </a:defRPr>
            </a:defPPr>
            <a:lvl1pPr algn="l">
              <a:defRPr sz="2700" b="1">
                <a:solidFill>
                  <a:srgbClr val="E6C58B"/>
                </a:solidFill>
                <a:latin typeface="Arial"/>
                <a:ea typeface="Arial"/>
                <a:cs typeface="Arial"/>
              </a:defRPr>
            </a:lvl1pPr>
            <a:lvl2pPr algn="l">
              <a:defRPr sz="2700" b="1">
                <a:solidFill>
                  <a:srgbClr val="E6C58B"/>
                </a:solidFill>
                <a:latin typeface="Arial"/>
                <a:ea typeface="Arial"/>
                <a:cs typeface="Arial"/>
              </a:defRPr>
            </a:lvl2pPr>
            <a:lvl3pPr algn="l">
              <a:defRPr sz="2700" b="1">
                <a:solidFill>
                  <a:srgbClr val="E6C58B"/>
                </a:solidFill>
                <a:latin typeface="Arial"/>
                <a:ea typeface="Arial"/>
                <a:cs typeface="Arial"/>
              </a:defRPr>
            </a:lvl3pPr>
            <a:lvl4pPr algn="l">
              <a:defRPr sz="2700" b="1">
                <a:solidFill>
                  <a:srgbClr val="E6C58B"/>
                </a:solidFill>
                <a:latin typeface="Arial"/>
                <a:ea typeface="Arial"/>
                <a:cs typeface="Arial"/>
              </a:defRPr>
            </a:lvl4pPr>
            <a:lvl5pPr algn="l">
              <a:defRPr sz="2700" b="1">
                <a:solidFill>
                  <a:srgbClr val="E6C58B"/>
                </a:solidFill>
                <a:latin typeface="Arial"/>
                <a:ea typeface="Arial"/>
                <a:cs typeface="Arial"/>
              </a:defRPr>
            </a:lvl5pPr>
            <a:lvl6pPr algn="l">
              <a:defRPr sz="2700" b="1">
                <a:solidFill>
                  <a:srgbClr val="E6C58B"/>
                </a:solidFill>
                <a:latin typeface="Arial"/>
                <a:ea typeface="Arial"/>
                <a:cs typeface="Arial"/>
              </a:defRPr>
            </a:lvl6pPr>
            <a:lvl7pPr algn="l">
              <a:defRPr sz="2700" b="1">
                <a:solidFill>
                  <a:srgbClr val="E6C58B"/>
                </a:solidFill>
                <a:latin typeface="Arial"/>
                <a:ea typeface="Arial"/>
                <a:cs typeface="Arial"/>
              </a:defRPr>
            </a:lvl7pPr>
            <a:lvl8pPr algn="l">
              <a:defRPr sz="2700" b="1">
                <a:solidFill>
                  <a:srgbClr val="E6C58B"/>
                </a:solidFill>
                <a:latin typeface="Arial"/>
                <a:ea typeface="Arial"/>
                <a:cs typeface="Arial"/>
              </a:defRPr>
            </a:lvl8pPr>
            <a:lvl9pPr algn="l">
              <a:defRPr sz="2700" b="1">
                <a:solidFill>
                  <a:srgbClr val="E6C58B"/>
                </a:solidFill>
                <a:latin typeface="Arial"/>
                <a:ea typeface="Arial"/>
                <a:cs typeface="Arial"/>
              </a:defRPr>
            </a:lvl9pPr>
          </a:lstStyle>
          <a:p xmlns:a="http://schemas.openxmlformats.org/drawingml/2006/main">
            <a:pPr algn="l">
              <a:defRPr sz="2700" b="1">
                <a:solidFill>
                  <a:srgbClr val="E6C58B"/>
                </a:solidFill>
                <a:latin typeface="Arial"/>
                <a:ea typeface="Arial"/>
                <a:cs typeface="Arial"/>
              </a:defRPr>
            </a:pPr>
            <a:r>
              <a:rPr sz="2700" b="1">
                <a:solidFill>
                  <a:srgbClr val="E6C58B"/>
                </a:solidFill>
                <a:latin typeface="Arial"/>
                <a:ea typeface="Arial"/>
                <a:cs typeface="Arial"/>
              </a:rPr>
              <a:t>03</a:t>
            </a:r>
          </a:p>
        </p:txBody>
      </p:sp>
      <p:sp>
        <p:nvSpPr>
          <p:cNvPr id="13" name="Periksa nama dan peran">
            <a:extLst xmlns:a="http://schemas.openxmlformats.org/drawingml/2006/main">
              <a:ext uri="{FF2B5EF4-FFF2-40B4-BE49-F238E27FC236}">
                <a16:creationId xmlns:a16="http://schemas.microsoft.com/office/drawing/2014/main" id="{2FF9C1C7-CD6C-425D-983D-283B0D128C92}"/>
              </a:ext>
            </a:extLst>
          </p:cNvPr>
          <p:cNvSpPr>
            <a:spLocks xmlns:a="http://schemas.openxmlformats.org/drawingml/2006/main" noGrp="1"/>
          </p:cNvSpPr>
          <p:nvPr/>
        </p:nvSpPr>
        <p:spPr>
          <a:xfrm xmlns:a="http://schemas.openxmlformats.org/drawingml/2006/main">
            <a:off x="1200150" y="4619625"/>
            <a:ext cx="581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FFFFFF"/>
                </a:solidFill>
                <a:latin typeface="Arial"/>
                <a:ea typeface="Arial"/>
                <a:cs typeface="Arial"/>
              </a:defRPr>
            </a:defPPr>
            <a:lvl1pPr algn="l">
              <a:defRPr sz="2250" b="1">
                <a:solidFill>
                  <a:srgbClr val="FFFFFF"/>
                </a:solidFill>
                <a:latin typeface="Arial"/>
                <a:ea typeface="Arial"/>
                <a:cs typeface="Arial"/>
              </a:defRPr>
            </a:lvl1pPr>
            <a:lvl2pPr algn="l">
              <a:defRPr sz="2250" b="1">
                <a:solidFill>
                  <a:srgbClr val="FFFFFF"/>
                </a:solidFill>
                <a:latin typeface="Arial"/>
                <a:ea typeface="Arial"/>
                <a:cs typeface="Arial"/>
              </a:defRPr>
            </a:lvl2pPr>
            <a:lvl3pPr algn="l">
              <a:defRPr sz="2250" b="1">
                <a:solidFill>
                  <a:srgbClr val="FFFFFF"/>
                </a:solidFill>
                <a:latin typeface="Arial"/>
                <a:ea typeface="Arial"/>
                <a:cs typeface="Arial"/>
              </a:defRPr>
            </a:lvl3pPr>
            <a:lvl4pPr algn="l">
              <a:defRPr sz="2250" b="1">
                <a:solidFill>
                  <a:srgbClr val="FFFFFF"/>
                </a:solidFill>
                <a:latin typeface="Arial"/>
                <a:ea typeface="Arial"/>
                <a:cs typeface="Arial"/>
              </a:defRPr>
            </a:lvl4pPr>
            <a:lvl5pPr algn="l">
              <a:defRPr sz="2250" b="1">
                <a:solidFill>
                  <a:srgbClr val="FFFFFF"/>
                </a:solidFill>
                <a:latin typeface="Arial"/>
                <a:ea typeface="Arial"/>
                <a:cs typeface="Arial"/>
              </a:defRPr>
            </a:lvl5pPr>
            <a:lvl6pPr algn="l">
              <a:defRPr sz="2250" b="1">
                <a:solidFill>
                  <a:srgbClr val="FFFFFF"/>
                </a:solidFill>
                <a:latin typeface="Arial"/>
                <a:ea typeface="Arial"/>
                <a:cs typeface="Arial"/>
              </a:defRPr>
            </a:lvl6pPr>
            <a:lvl7pPr algn="l">
              <a:defRPr sz="2250" b="1">
                <a:solidFill>
                  <a:srgbClr val="FFFFFF"/>
                </a:solidFill>
                <a:latin typeface="Arial"/>
                <a:ea typeface="Arial"/>
                <a:cs typeface="Arial"/>
              </a:defRPr>
            </a:lvl7pPr>
            <a:lvl8pPr algn="l">
              <a:defRPr sz="2250" b="1">
                <a:solidFill>
                  <a:srgbClr val="FFFFFF"/>
                </a:solidFill>
                <a:latin typeface="Arial"/>
                <a:ea typeface="Arial"/>
                <a:cs typeface="Arial"/>
              </a:defRPr>
            </a:lvl8pPr>
            <a:lvl9pPr algn="l">
              <a:defRPr sz="2250" b="1">
                <a:solidFill>
                  <a:srgbClr val="FFFFFF"/>
                </a:solidFill>
                <a:latin typeface="Arial"/>
                <a:ea typeface="Arial"/>
                <a:cs typeface="Arial"/>
              </a:defRPr>
            </a:lvl9pPr>
          </a:lstStyle>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Periksa nama dan peran</a:t>
            </a:r>
          </a:p>
        </p:txBody>
      </p:sp>
      <p:sp>
        <p:nvSpPr>
          <p:cNvPr id="14" name="Pastikan mode demo atau produksi.">
            <a:extLst xmlns:a="http://schemas.openxmlformats.org/drawingml/2006/main">
              <a:ext uri="{FF2B5EF4-FFF2-40B4-BE49-F238E27FC236}">
                <a16:creationId xmlns:a16="http://schemas.microsoft.com/office/drawing/2014/main" id="{B30A7830-EF6E-4B96-ADC8-4E042C262DEC}"/>
              </a:ext>
            </a:extLst>
          </p:cNvPr>
          <p:cNvSpPr>
            <a:spLocks xmlns:a="http://schemas.openxmlformats.org/drawingml/2006/main" noGrp="1"/>
          </p:cNvSpPr>
          <p:nvPr/>
        </p:nvSpPr>
        <p:spPr>
          <a:xfrm xmlns:a="http://schemas.openxmlformats.org/drawingml/2006/main">
            <a:off x="1200150" y="5095875"/>
            <a:ext cx="581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D5E1D7"/>
                </a:solidFill>
                <a:latin typeface="Arial"/>
                <a:ea typeface="Arial"/>
                <a:cs typeface="Arial"/>
              </a:defRPr>
            </a:defPPr>
            <a:lvl1pPr algn="l">
              <a:defRPr sz="1950" b="0">
                <a:solidFill>
                  <a:srgbClr val="D5E1D7"/>
                </a:solidFill>
                <a:latin typeface="Arial"/>
                <a:ea typeface="Arial"/>
                <a:cs typeface="Arial"/>
              </a:defRPr>
            </a:lvl1pPr>
            <a:lvl2pPr algn="l">
              <a:defRPr sz="1950" b="0">
                <a:solidFill>
                  <a:srgbClr val="D5E1D7"/>
                </a:solidFill>
                <a:latin typeface="Arial"/>
                <a:ea typeface="Arial"/>
                <a:cs typeface="Arial"/>
              </a:defRPr>
            </a:lvl2pPr>
            <a:lvl3pPr algn="l">
              <a:defRPr sz="1950" b="0">
                <a:solidFill>
                  <a:srgbClr val="D5E1D7"/>
                </a:solidFill>
                <a:latin typeface="Arial"/>
                <a:ea typeface="Arial"/>
                <a:cs typeface="Arial"/>
              </a:defRPr>
            </a:lvl3pPr>
            <a:lvl4pPr algn="l">
              <a:defRPr sz="1950" b="0">
                <a:solidFill>
                  <a:srgbClr val="D5E1D7"/>
                </a:solidFill>
                <a:latin typeface="Arial"/>
                <a:ea typeface="Arial"/>
                <a:cs typeface="Arial"/>
              </a:defRPr>
            </a:lvl4pPr>
            <a:lvl5pPr algn="l">
              <a:defRPr sz="1950" b="0">
                <a:solidFill>
                  <a:srgbClr val="D5E1D7"/>
                </a:solidFill>
                <a:latin typeface="Arial"/>
                <a:ea typeface="Arial"/>
                <a:cs typeface="Arial"/>
              </a:defRPr>
            </a:lvl5pPr>
            <a:lvl6pPr algn="l">
              <a:defRPr sz="1950" b="0">
                <a:solidFill>
                  <a:srgbClr val="D5E1D7"/>
                </a:solidFill>
                <a:latin typeface="Arial"/>
                <a:ea typeface="Arial"/>
                <a:cs typeface="Arial"/>
              </a:defRPr>
            </a:lvl6pPr>
            <a:lvl7pPr algn="l">
              <a:defRPr sz="1950" b="0">
                <a:solidFill>
                  <a:srgbClr val="D5E1D7"/>
                </a:solidFill>
                <a:latin typeface="Arial"/>
                <a:ea typeface="Arial"/>
                <a:cs typeface="Arial"/>
              </a:defRPr>
            </a:lvl7pPr>
            <a:lvl8pPr algn="l">
              <a:defRPr sz="1950" b="0">
                <a:solidFill>
                  <a:srgbClr val="D5E1D7"/>
                </a:solidFill>
                <a:latin typeface="Arial"/>
                <a:ea typeface="Arial"/>
                <a:cs typeface="Arial"/>
              </a:defRPr>
            </a:lvl8pPr>
            <a:lvl9pPr algn="l">
              <a:defRPr sz="1950" b="0">
                <a:solidFill>
                  <a:srgbClr val="D5E1D7"/>
                </a:solidFill>
                <a:latin typeface="Arial"/>
                <a:ea typeface="Arial"/>
                <a:cs typeface="Arial"/>
              </a:defRPr>
            </a:lvl9pPr>
          </a:lstStyle>
          <a:p xmlns:a="http://schemas.openxmlformats.org/drawingml/2006/main">
            <a:pPr algn="l">
              <a:defRPr sz="1950" b="0">
                <a:solidFill>
                  <a:srgbClr val="D5E1D7"/>
                </a:solidFill>
                <a:latin typeface="Arial"/>
                <a:ea typeface="Arial"/>
                <a:cs typeface="Arial"/>
              </a:defRPr>
            </a:pPr>
            <a:r>
              <a:rPr sz="1950" b="0">
                <a:solidFill>
                  <a:srgbClr val="D5E1D7"/>
                </a:solidFill>
                <a:latin typeface="Arial"/>
                <a:ea typeface="Arial"/>
                <a:cs typeface="Arial"/>
              </a:rPr>
              <a:t>Pastikan mode demo atau produksi.</a:t>
            </a:r>
          </a:p>
        </p:txBody>
      </p:sp>
      <p:sp>
        <p:nvSpPr>
          <p:cNvPr id="15" name="Latihan di produksi cukup disimpan sebagai draft.">
            <a:extLst xmlns:a="http://schemas.openxmlformats.org/drawingml/2006/main">
              <a:ext uri="{FF2B5EF4-FFF2-40B4-BE49-F238E27FC236}">
                <a16:creationId xmlns:a16="http://schemas.microsoft.com/office/drawing/2014/main" id="{3004B706-2121-4AE1-BF9D-37E9A66FBE27}"/>
              </a:ext>
            </a:extLst>
          </p:cNvPr>
          <p:cNvSpPr>
            <a:spLocks xmlns:a="http://schemas.openxmlformats.org/drawingml/2006/main" noGrp="1"/>
          </p:cNvSpPr>
          <p:nvPr/>
        </p:nvSpPr>
        <p:spPr>
          <a:xfrm xmlns:a="http://schemas.openxmlformats.org/drawingml/2006/main">
            <a:off x="533400" y="60388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0">
                <a:solidFill>
                  <a:srgbClr val="E6C58B"/>
                </a:solidFill>
                <a:latin typeface="Arial"/>
                <a:ea typeface="Arial"/>
                <a:cs typeface="Arial"/>
              </a:defRPr>
            </a:defPPr>
            <a:lvl1pPr algn="l">
              <a:defRPr sz="1800" b="0">
                <a:solidFill>
                  <a:srgbClr val="E6C58B"/>
                </a:solidFill>
                <a:latin typeface="Arial"/>
                <a:ea typeface="Arial"/>
                <a:cs typeface="Arial"/>
              </a:defRPr>
            </a:lvl1pPr>
            <a:lvl2pPr algn="l">
              <a:defRPr sz="1800" b="0">
                <a:solidFill>
                  <a:srgbClr val="E6C58B"/>
                </a:solidFill>
                <a:latin typeface="Arial"/>
                <a:ea typeface="Arial"/>
                <a:cs typeface="Arial"/>
              </a:defRPr>
            </a:lvl2pPr>
            <a:lvl3pPr algn="l">
              <a:defRPr sz="1800" b="0">
                <a:solidFill>
                  <a:srgbClr val="E6C58B"/>
                </a:solidFill>
                <a:latin typeface="Arial"/>
                <a:ea typeface="Arial"/>
                <a:cs typeface="Arial"/>
              </a:defRPr>
            </a:lvl3pPr>
            <a:lvl4pPr algn="l">
              <a:defRPr sz="1800" b="0">
                <a:solidFill>
                  <a:srgbClr val="E6C58B"/>
                </a:solidFill>
                <a:latin typeface="Arial"/>
                <a:ea typeface="Arial"/>
                <a:cs typeface="Arial"/>
              </a:defRPr>
            </a:lvl4pPr>
            <a:lvl5pPr algn="l">
              <a:defRPr sz="1800" b="0">
                <a:solidFill>
                  <a:srgbClr val="E6C58B"/>
                </a:solidFill>
                <a:latin typeface="Arial"/>
                <a:ea typeface="Arial"/>
                <a:cs typeface="Arial"/>
              </a:defRPr>
            </a:lvl5pPr>
            <a:lvl6pPr algn="l">
              <a:defRPr sz="1800" b="0">
                <a:solidFill>
                  <a:srgbClr val="E6C58B"/>
                </a:solidFill>
                <a:latin typeface="Arial"/>
                <a:ea typeface="Arial"/>
                <a:cs typeface="Arial"/>
              </a:defRPr>
            </a:lvl6pPr>
            <a:lvl7pPr algn="l">
              <a:defRPr sz="1800" b="0">
                <a:solidFill>
                  <a:srgbClr val="E6C58B"/>
                </a:solidFill>
                <a:latin typeface="Arial"/>
                <a:ea typeface="Arial"/>
                <a:cs typeface="Arial"/>
              </a:defRPr>
            </a:lvl7pPr>
            <a:lvl8pPr algn="l">
              <a:defRPr sz="1800" b="0">
                <a:solidFill>
                  <a:srgbClr val="E6C58B"/>
                </a:solidFill>
                <a:latin typeface="Arial"/>
                <a:ea typeface="Arial"/>
                <a:cs typeface="Arial"/>
              </a:defRPr>
            </a:lvl8pPr>
            <a:lvl9pPr algn="l">
              <a:defRPr sz="1800" b="0">
                <a:solidFill>
                  <a:srgbClr val="E6C58B"/>
                </a:solidFill>
                <a:latin typeface="Arial"/>
                <a:ea typeface="Arial"/>
                <a:cs typeface="Arial"/>
              </a:defRPr>
            </a:lvl9pPr>
          </a:lstStyle>
          <a:p xmlns:a="http://schemas.openxmlformats.org/drawingml/2006/main">
            <a:pPr algn="l">
              <a:defRPr sz="1800" b="0">
                <a:solidFill>
                  <a:srgbClr val="E6C58B"/>
                </a:solidFill>
                <a:latin typeface="Arial"/>
                <a:ea typeface="Arial"/>
                <a:cs typeface="Arial"/>
              </a:defRPr>
            </a:pPr>
            <a:r>
              <a:rPr sz="1800" b="0">
                <a:solidFill>
                  <a:srgbClr val="E6C58B"/>
                </a:solidFill>
                <a:latin typeface="Arial"/>
                <a:ea typeface="Arial"/>
                <a:cs typeface="Arial"/>
              </a:rPr>
              <a:t>Latihan di produksi cukup disimpan sebagai draft.</a:t>
            </a:r>
          </a:p>
        </p:txBody>
      </p:sp>
    </p:spTree>
    <p:extLst>
      <p:ext uri="{BB962C8B-B14F-4D97-AF65-F5344CB8AC3E}">
        <p14:creationId xmlns:p14="http://schemas.microsoft.com/office/powerpoint/2010/main" val="42676708"/>
      </p:ext>
    </p:extLst>
  </p:cSld>
</p:sld>
</file>

<file path=ppt/slides/slide4.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1" name="04 / 10">
            <a:extLst xmlns:a="http://schemas.openxmlformats.org/drawingml/2006/main">
              <a:ext uri="{FF2B5EF4-FFF2-40B4-BE49-F238E27FC236}">
                <a16:creationId xmlns:a16="http://schemas.microsoft.com/office/drawing/2014/main" id="{197EF503-A728-425B-A3A2-99F9C997DABB}"/>
              </a:ext>
            </a:extLst>
          </p:cNvPr>
          <p:cNvSpPr>
            <a:spLocks xmlns:a="http://schemas.openxmlformats.org/drawingml/2006/main" noGrp="1"/>
          </p:cNvSpPr>
          <p:nvPr/>
        </p:nvSpPr>
        <p:spPr>
          <a:xfrm xmlns:a="http://schemas.openxmlformats.org/drawingml/2006/main">
            <a:off x="10839450" y="640080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64756A"/>
                </a:solidFill>
                <a:latin typeface="Arial"/>
                <a:ea typeface="Arial"/>
                <a:cs typeface="Arial"/>
              </a:defRPr>
            </a:defPPr>
            <a:lvl1pPr algn="l">
              <a:buNone/>
              <a:defRPr sz="3450" b="1">
                <a:solidFill>
                  <a:srgbClr val="143D28"/>
                </a:solidFill>
                <a:latin typeface="Arial"/>
                <a:ea typeface="Arial"/>
                <a:cs typeface="Arial"/>
              </a:defRPr>
            </a:lvl1pPr>
            <a:lvl2pPr algn="l">
              <a:buNone/>
              <a:defRPr sz="3450" b="1">
                <a:solidFill>
                  <a:srgbClr val="143D28"/>
                </a:solidFill>
                <a:latin typeface="Arial"/>
                <a:ea typeface="Arial"/>
                <a:cs typeface="Arial"/>
              </a:defRPr>
            </a:lvl2pPr>
            <a:lvl3pPr algn="l">
              <a:buNone/>
              <a:defRPr sz="3450" b="1">
                <a:solidFill>
                  <a:srgbClr val="143D28"/>
                </a:solidFill>
                <a:latin typeface="Arial"/>
                <a:ea typeface="Arial"/>
                <a:cs typeface="Arial"/>
              </a:defRPr>
            </a:lvl3pPr>
            <a:lvl4pPr algn="l">
              <a:buNone/>
              <a:defRPr sz="3450" b="1">
                <a:solidFill>
                  <a:srgbClr val="143D28"/>
                </a:solidFill>
                <a:latin typeface="Arial"/>
                <a:ea typeface="Arial"/>
                <a:cs typeface="Arial"/>
              </a:defRPr>
            </a:lvl4pPr>
            <a:lvl5pPr algn="l">
              <a:buNone/>
              <a:defRPr sz="3450" b="1">
                <a:solidFill>
                  <a:srgbClr val="143D28"/>
                </a:solidFill>
                <a:latin typeface="Arial"/>
                <a:ea typeface="Arial"/>
                <a:cs typeface="Arial"/>
              </a:defRPr>
            </a:lvl5pPr>
            <a:lvl6pPr algn="l">
              <a:buNone/>
              <a:defRPr sz="3450" b="1">
                <a:solidFill>
                  <a:srgbClr val="143D28"/>
                </a:solidFill>
                <a:latin typeface="Arial"/>
                <a:ea typeface="Arial"/>
                <a:cs typeface="Arial"/>
              </a:defRPr>
            </a:lvl6pPr>
            <a:lvl7pPr algn="l">
              <a:buNone/>
              <a:defRPr sz="3450" b="1">
                <a:solidFill>
                  <a:srgbClr val="143D28"/>
                </a:solidFill>
                <a:latin typeface="Arial"/>
                <a:ea typeface="Arial"/>
                <a:cs typeface="Arial"/>
              </a:defRPr>
            </a:lvl7pPr>
            <a:lvl8pPr algn="l">
              <a:buNone/>
              <a:defRPr sz="3450" b="1">
                <a:solidFill>
                  <a:srgbClr val="143D28"/>
                </a:solidFill>
                <a:latin typeface="Arial"/>
                <a:ea typeface="Arial"/>
                <a:cs typeface="Arial"/>
              </a:defRPr>
            </a:lvl8pPr>
            <a:lvl9pPr algn="l">
              <a:buNone/>
              <a:defRPr sz="3450" b="1">
                <a:solidFill>
                  <a:srgbClr val="143D28"/>
                </a:solidFill>
                <a:latin typeface="Arial"/>
                <a:ea typeface="Arial"/>
                <a:cs typeface="Arial"/>
              </a:defRPr>
            </a:lvl9pPr>
          </a:lstStyle>
          <a:p xmlns:a="http://schemas.openxmlformats.org/drawingml/2006/main">
            <a:pPr algn="l">
              <a:buNone/>
              <a:defRPr sz="1350" b="0">
                <a:solidFill>
                  <a:srgbClr val="64756A"/>
                </a:solidFill>
                <a:latin typeface="Arial"/>
                <a:ea typeface="Arial"/>
                <a:cs typeface="Arial"/>
              </a:defRPr>
            </a:pPr>
            <a:r>
              <a:rPr sz="1350" b="0">
                <a:solidFill>
                  <a:srgbClr val="64756A"/>
                </a:solidFill>
                <a:latin typeface="Arial"/>
                <a:ea typeface="Arial"/>
                <a:cs typeface="Arial"/>
              </a:rPr>
              <a:t>04 / 10</a:t>
            </a:r>
          </a:p>
        </p:txBody>
      </p:sp>
      <p:sp>
        <p:nvSpPr>
          <p:cNvPr id="2" name="KONTEN / BERITA">
            <a:extLst xmlns:a="http://schemas.openxmlformats.org/drawingml/2006/main">
              <a:ext uri="{FF2B5EF4-FFF2-40B4-BE49-F238E27FC236}">
                <a16:creationId xmlns:a16="http://schemas.microsoft.com/office/drawing/2014/main" id="{A0C84F37-39C4-4EFB-B8F7-DE22732413E9}"/>
              </a:ext>
            </a:extLst>
          </p:cNvPr>
          <p:cNvSpPr>
            <a:spLocks xmlns:a="http://schemas.openxmlformats.org/drawingml/2006/main" noGrp="1"/>
          </p:cNvSpPr>
          <p:nvPr/>
        </p:nvSpPr>
        <p:spPr>
          <a:xfrm xmlns:a="http://schemas.openxmlformats.org/drawingml/2006/main">
            <a:off x="5334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425" b="1">
                <a:solidFill>
                  <a:srgbClr val="B38B4F"/>
                </a:solidFill>
                <a:latin typeface="Arial"/>
                <a:ea typeface="Arial"/>
                <a:cs typeface="Arial"/>
              </a:defRPr>
            </a:defPPr>
            <a:lvl1pPr algn="l">
              <a:buNone/>
              <a:defRPr sz="1350" b="0">
                <a:solidFill>
                  <a:srgbClr val="52665A"/>
                </a:solidFill>
                <a:latin typeface="Arial"/>
                <a:ea typeface="Arial"/>
                <a:cs typeface="Arial"/>
              </a:defRPr>
            </a:lvl1pPr>
            <a:lvl2pPr algn="l">
              <a:buNone/>
              <a:defRPr sz="1350" b="0">
                <a:solidFill>
                  <a:srgbClr val="52665A"/>
                </a:solidFill>
                <a:latin typeface="Arial"/>
                <a:ea typeface="Arial"/>
                <a:cs typeface="Arial"/>
              </a:defRPr>
            </a:lvl2pPr>
            <a:lvl3pPr algn="l">
              <a:buNone/>
              <a:defRPr sz="1350" b="0">
                <a:solidFill>
                  <a:srgbClr val="52665A"/>
                </a:solidFill>
                <a:latin typeface="Arial"/>
                <a:ea typeface="Arial"/>
                <a:cs typeface="Arial"/>
              </a:defRPr>
            </a:lvl3pPr>
            <a:lvl4pPr algn="l">
              <a:buNone/>
              <a:defRPr sz="1350" b="0">
                <a:solidFill>
                  <a:srgbClr val="52665A"/>
                </a:solidFill>
                <a:latin typeface="Arial"/>
                <a:ea typeface="Arial"/>
                <a:cs typeface="Arial"/>
              </a:defRPr>
            </a:lvl4pPr>
            <a:lvl5pPr algn="l">
              <a:buNone/>
              <a:defRPr sz="1350" b="0">
                <a:solidFill>
                  <a:srgbClr val="52665A"/>
                </a:solidFill>
                <a:latin typeface="Arial"/>
                <a:ea typeface="Arial"/>
                <a:cs typeface="Arial"/>
              </a:defRPr>
            </a:lvl5pPr>
            <a:lvl6pPr algn="l">
              <a:buNone/>
              <a:defRPr sz="1350" b="0">
                <a:solidFill>
                  <a:srgbClr val="52665A"/>
                </a:solidFill>
                <a:latin typeface="Arial"/>
                <a:ea typeface="Arial"/>
                <a:cs typeface="Arial"/>
              </a:defRPr>
            </a:lvl6pPr>
            <a:lvl7pPr algn="l">
              <a:buNone/>
              <a:defRPr sz="1350" b="0">
                <a:solidFill>
                  <a:srgbClr val="52665A"/>
                </a:solidFill>
                <a:latin typeface="Arial"/>
                <a:ea typeface="Arial"/>
                <a:cs typeface="Arial"/>
              </a:defRPr>
            </a:lvl7pPr>
            <a:lvl8pPr algn="l">
              <a:buNone/>
              <a:defRPr sz="1350" b="0">
                <a:solidFill>
                  <a:srgbClr val="52665A"/>
                </a:solidFill>
                <a:latin typeface="Arial"/>
                <a:ea typeface="Arial"/>
                <a:cs typeface="Arial"/>
              </a:defRPr>
            </a:lvl8pPr>
            <a:lvl9pPr algn="l">
              <a:buNone/>
              <a:defRPr sz="1350" b="0">
                <a:solidFill>
                  <a:srgbClr val="52665A"/>
                </a:solidFill>
                <a:latin typeface="Arial"/>
                <a:ea typeface="Arial"/>
                <a:cs typeface="Arial"/>
              </a:defRPr>
            </a:lvl9pPr>
          </a:lstStyle>
          <a:p xmlns:a="http://schemas.openxmlformats.org/drawingml/2006/main">
            <a:pPr algn="l">
              <a:buNone/>
              <a:defRPr sz="1425" b="1">
                <a:solidFill>
                  <a:srgbClr val="B38B4F"/>
                </a:solidFill>
                <a:latin typeface="Arial"/>
                <a:ea typeface="Arial"/>
                <a:cs typeface="Arial"/>
              </a:defRPr>
            </a:pPr>
            <a:r>
              <a:rPr sz="1425" b="1">
                <a:solidFill>
                  <a:srgbClr val="B38B4F"/>
                </a:solidFill>
                <a:latin typeface="Arial"/>
                <a:ea typeface="Arial"/>
                <a:cs typeface="Arial"/>
              </a:rPr>
              <a:t>KONTEN / BERITA</a:t>
            </a:r>
          </a:p>
        </p:txBody>
      </p:sp>
      <p:sp>
        <p:nvSpPr>
          <p:cNvPr id="3" name="Berita kegiatan">
            <a:extLst xmlns:a="http://schemas.openxmlformats.org/drawingml/2006/main">
              <a:ext uri="{FF2B5EF4-FFF2-40B4-BE49-F238E27FC236}">
                <a16:creationId xmlns:a16="http://schemas.microsoft.com/office/drawing/2014/main" id="{3FBD4E8E-5413-4C80-AB62-951A2A77CFC0}"/>
              </a:ext>
            </a:extLst>
          </p:cNvPr>
          <p:cNvSpPr>
            <a:spLocks xmlns:a="http://schemas.openxmlformats.org/drawingml/2006/main" noGrp="1"/>
          </p:cNvSpPr>
          <p:nvPr/>
        </p:nvSpPr>
        <p:spPr>
          <a:xfrm xmlns:a="http://schemas.openxmlformats.org/drawingml/2006/main">
            <a:off x="533400" y="80962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050" b="1">
                <a:solidFill>
                  <a:srgbClr val="17382C"/>
                </a:solidFill>
                <a:latin typeface="Arial"/>
                <a:ea typeface="Arial"/>
                <a:cs typeface="Arial"/>
              </a:defRPr>
            </a:defPPr>
            <a:lvl1pPr algn="l">
              <a:buNone/>
              <a:defRPr sz="2250" b="1">
                <a:solidFill>
                  <a:srgbClr val="166534"/>
                </a:solidFill>
                <a:latin typeface="Arial"/>
                <a:ea typeface="Arial"/>
                <a:cs typeface="Arial"/>
              </a:defRPr>
            </a:lvl1pPr>
            <a:lvl2pPr algn="l">
              <a:buNone/>
              <a:defRPr sz="2250" b="1">
                <a:solidFill>
                  <a:srgbClr val="166534"/>
                </a:solidFill>
                <a:latin typeface="Arial"/>
                <a:ea typeface="Arial"/>
                <a:cs typeface="Arial"/>
              </a:defRPr>
            </a:lvl2pPr>
            <a:lvl3pPr algn="l">
              <a:buNone/>
              <a:defRPr sz="2250" b="1">
                <a:solidFill>
                  <a:srgbClr val="166534"/>
                </a:solidFill>
                <a:latin typeface="Arial"/>
                <a:ea typeface="Arial"/>
                <a:cs typeface="Arial"/>
              </a:defRPr>
            </a:lvl3pPr>
            <a:lvl4pPr algn="l">
              <a:buNone/>
              <a:defRPr sz="2250" b="1">
                <a:solidFill>
                  <a:srgbClr val="166534"/>
                </a:solidFill>
                <a:latin typeface="Arial"/>
                <a:ea typeface="Arial"/>
                <a:cs typeface="Arial"/>
              </a:defRPr>
            </a:lvl4pPr>
            <a:lvl5pPr algn="l">
              <a:buNone/>
              <a:defRPr sz="2250" b="1">
                <a:solidFill>
                  <a:srgbClr val="166534"/>
                </a:solidFill>
                <a:latin typeface="Arial"/>
                <a:ea typeface="Arial"/>
                <a:cs typeface="Arial"/>
              </a:defRPr>
            </a:lvl5pPr>
            <a:lvl6pPr algn="l">
              <a:buNone/>
              <a:defRPr sz="2250" b="1">
                <a:solidFill>
                  <a:srgbClr val="166534"/>
                </a:solidFill>
                <a:latin typeface="Arial"/>
                <a:ea typeface="Arial"/>
                <a:cs typeface="Arial"/>
              </a:defRPr>
            </a:lvl6pPr>
            <a:lvl7pPr algn="l">
              <a:buNone/>
              <a:defRPr sz="2250" b="1">
                <a:solidFill>
                  <a:srgbClr val="166534"/>
                </a:solidFill>
                <a:latin typeface="Arial"/>
                <a:ea typeface="Arial"/>
                <a:cs typeface="Arial"/>
              </a:defRPr>
            </a:lvl7pPr>
            <a:lvl8pPr algn="l">
              <a:buNone/>
              <a:defRPr sz="2250" b="1">
                <a:solidFill>
                  <a:srgbClr val="166534"/>
                </a:solidFill>
                <a:latin typeface="Arial"/>
                <a:ea typeface="Arial"/>
                <a:cs typeface="Arial"/>
              </a:defRPr>
            </a:lvl8pPr>
            <a:lvl9pPr algn="l">
              <a:buNone/>
              <a:defRPr sz="2250" b="1">
                <a:solidFill>
                  <a:srgbClr val="166534"/>
                </a:solidFill>
                <a:latin typeface="Arial"/>
                <a:ea typeface="Arial"/>
                <a:cs typeface="Arial"/>
              </a:defRPr>
            </a:lvl9pPr>
          </a:lstStyle>
          <a:p xmlns:a="http://schemas.openxmlformats.org/drawingml/2006/main">
            <a:pPr algn="l">
              <a:buNone/>
              <a:defRPr sz="4050" b="1">
                <a:solidFill>
                  <a:srgbClr val="17382C"/>
                </a:solidFill>
                <a:latin typeface="Arial"/>
                <a:ea typeface="Arial"/>
                <a:cs typeface="Arial"/>
              </a:defRPr>
            </a:pPr>
            <a:r>
              <a:rPr sz="4050" b="1">
                <a:solidFill>
                  <a:srgbClr val="17382C"/>
                </a:solidFill>
                <a:latin typeface="Arial"/>
                <a:ea typeface="Arial"/>
                <a:cs typeface="Arial"/>
              </a:rPr>
              <a:t>Berita kegiatan</a:t>
            </a:r>
          </a:p>
        </p:txBody>
      </p:sp>
      <p:sp>
        <p:nvSpPr>
          <p:cNvPr id="4" name="01">
            <a:extLst xmlns:a="http://schemas.openxmlformats.org/drawingml/2006/main">
              <a:ext uri="{FF2B5EF4-FFF2-40B4-BE49-F238E27FC236}">
                <a16:creationId xmlns:a16="http://schemas.microsoft.com/office/drawing/2014/main" id="{6E09A67A-C376-41AA-8718-6B37EB1C4040}"/>
              </a:ext>
            </a:extLst>
          </p:cNvPr>
          <p:cNvSpPr>
            <a:spLocks xmlns:a="http://schemas.openxmlformats.org/drawingml/2006/main" noGrp="1"/>
          </p:cNvSpPr>
          <p:nvPr/>
        </p:nvSpPr>
        <p:spPr>
          <a:xfrm xmlns:a="http://schemas.openxmlformats.org/drawingml/2006/main">
            <a:off x="533400" y="2095500"/>
            <a:ext cx="49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00" b="1">
                <a:solidFill>
                  <a:srgbClr val="B38B4F"/>
                </a:solidFill>
                <a:latin typeface="Arial"/>
                <a:ea typeface="Arial"/>
                <a:cs typeface="Arial"/>
              </a:defRPr>
            </a:defPPr>
            <a:lvl1pPr algn="l">
              <a:buNone/>
              <a:defRPr sz="2100" b="0">
                <a:solidFill>
                  <a:srgbClr val="253E30"/>
                </a:solidFill>
                <a:latin typeface="Arial"/>
                <a:ea typeface="Arial"/>
                <a:cs typeface="Arial"/>
              </a:defRPr>
            </a:lvl1pPr>
            <a:lvl2pPr algn="l">
              <a:buNone/>
              <a:defRPr sz="2100" b="0">
                <a:solidFill>
                  <a:srgbClr val="253E30"/>
                </a:solidFill>
                <a:latin typeface="Arial"/>
                <a:ea typeface="Arial"/>
                <a:cs typeface="Arial"/>
              </a:defRPr>
            </a:lvl2pPr>
            <a:lvl3pPr algn="l">
              <a:buNone/>
              <a:defRPr sz="2100" b="0">
                <a:solidFill>
                  <a:srgbClr val="253E30"/>
                </a:solidFill>
                <a:latin typeface="Arial"/>
                <a:ea typeface="Arial"/>
                <a:cs typeface="Arial"/>
              </a:defRPr>
            </a:lvl3pPr>
            <a:lvl4pPr algn="l">
              <a:buNone/>
              <a:defRPr sz="2100" b="0">
                <a:solidFill>
                  <a:srgbClr val="253E30"/>
                </a:solidFill>
                <a:latin typeface="Arial"/>
                <a:ea typeface="Arial"/>
                <a:cs typeface="Arial"/>
              </a:defRPr>
            </a:lvl4pPr>
            <a:lvl5pPr algn="l">
              <a:buNone/>
              <a:defRPr sz="2100" b="0">
                <a:solidFill>
                  <a:srgbClr val="253E30"/>
                </a:solidFill>
                <a:latin typeface="Arial"/>
                <a:ea typeface="Arial"/>
                <a:cs typeface="Arial"/>
              </a:defRPr>
            </a:lvl5pPr>
            <a:lvl6pPr algn="l">
              <a:buNone/>
              <a:defRPr sz="2100" b="0">
                <a:solidFill>
                  <a:srgbClr val="253E30"/>
                </a:solidFill>
                <a:latin typeface="Arial"/>
                <a:ea typeface="Arial"/>
                <a:cs typeface="Arial"/>
              </a:defRPr>
            </a:lvl6pPr>
            <a:lvl7pPr algn="l">
              <a:buNone/>
              <a:defRPr sz="2100" b="0">
                <a:solidFill>
                  <a:srgbClr val="253E30"/>
                </a:solidFill>
                <a:latin typeface="Arial"/>
                <a:ea typeface="Arial"/>
                <a:cs typeface="Arial"/>
              </a:defRPr>
            </a:lvl7pPr>
            <a:lvl8pPr algn="l">
              <a:buNone/>
              <a:defRPr sz="2100" b="0">
                <a:solidFill>
                  <a:srgbClr val="253E30"/>
                </a:solidFill>
                <a:latin typeface="Arial"/>
                <a:ea typeface="Arial"/>
                <a:cs typeface="Arial"/>
              </a:defRPr>
            </a:lvl8pPr>
            <a:lvl9pPr algn="l">
              <a:buNone/>
              <a:defRPr sz="2100" b="0">
                <a:solidFill>
                  <a:srgbClr val="253E30"/>
                </a:solidFill>
                <a:latin typeface="Arial"/>
                <a:ea typeface="Arial"/>
                <a:cs typeface="Arial"/>
              </a:defRPr>
            </a:lvl9pPr>
          </a:lstStyle>
          <a:p xmlns:a="http://schemas.openxmlformats.org/drawingml/2006/main">
            <a:pPr algn="l">
              <a:buNone/>
              <a:defRPr sz="2700" b="1">
                <a:solidFill>
                  <a:srgbClr val="B38B4F"/>
                </a:solidFill>
                <a:latin typeface="Arial"/>
                <a:ea typeface="Arial"/>
                <a:cs typeface="Arial"/>
              </a:defRPr>
            </a:pPr>
            <a:r>
              <a:rPr sz="2700" b="1">
                <a:solidFill>
                  <a:srgbClr val="B38B4F"/>
                </a:solidFill>
                <a:latin typeface="Arial"/>
                <a:ea typeface="Arial"/>
                <a:cs typeface="Arial"/>
              </a:rPr>
              <a:t>01</a:t>
            </a:r>
          </a:p>
        </p:txBody>
      </p:sp>
      <p:sp>
        <p:nvSpPr>
          <p:cNvPr id="5" name="Tulis cerita yang jelas">
            <a:extLst xmlns:a="http://schemas.openxmlformats.org/drawingml/2006/main">
              <a:ext uri="{FF2B5EF4-FFF2-40B4-BE49-F238E27FC236}">
                <a16:creationId xmlns:a16="http://schemas.microsoft.com/office/drawing/2014/main" id="{EDE76400-F7A0-460A-8FE5-BD717BBF4FAE}"/>
              </a:ext>
            </a:extLst>
          </p:cNvPr>
          <p:cNvSpPr>
            <a:spLocks xmlns:a="http://schemas.openxmlformats.org/drawingml/2006/main" noGrp="1"/>
          </p:cNvSpPr>
          <p:nvPr/>
        </p:nvSpPr>
        <p:spPr>
          <a:xfrm xmlns:a="http://schemas.openxmlformats.org/drawingml/2006/main">
            <a:off x="1200150" y="2105025"/>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7382C"/>
                </a:solidFill>
                <a:latin typeface="Arial"/>
                <a:ea typeface="Arial"/>
                <a:cs typeface="Arial"/>
              </a:defRPr>
            </a:defPPr>
            <a:lvl1pPr algn="l">
              <a:buNone/>
              <a:defRPr sz="2250" b="1">
                <a:solidFill>
                  <a:srgbClr val="166534"/>
                </a:solidFill>
                <a:latin typeface="Arial"/>
                <a:ea typeface="Arial"/>
                <a:cs typeface="Arial"/>
              </a:defRPr>
            </a:lvl1pPr>
            <a:lvl2pPr algn="l">
              <a:buNone/>
              <a:defRPr sz="2250" b="1">
                <a:solidFill>
                  <a:srgbClr val="166534"/>
                </a:solidFill>
                <a:latin typeface="Arial"/>
                <a:ea typeface="Arial"/>
                <a:cs typeface="Arial"/>
              </a:defRPr>
            </a:lvl2pPr>
            <a:lvl3pPr algn="l">
              <a:buNone/>
              <a:defRPr sz="2250" b="1">
                <a:solidFill>
                  <a:srgbClr val="166534"/>
                </a:solidFill>
                <a:latin typeface="Arial"/>
                <a:ea typeface="Arial"/>
                <a:cs typeface="Arial"/>
              </a:defRPr>
            </a:lvl3pPr>
            <a:lvl4pPr algn="l">
              <a:buNone/>
              <a:defRPr sz="2250" b="1">
                <a:solidFill>
                  <a:srgbClr val="166534"/>
                </a:solidFill>
                <a:latin typeface="Arial"/>
                <a:ea typeface="Arial"/>
                <a:cs typeface="Arial"/>
              </a:defRPr>
            </a:lvl4pPr>
            <a:lvl5pPr algn="l">
              <a:buNone/>
              <a:defRPr sz="2250" b="1">
                <a:solidFill>
                  <a:srgbClr val="166534"/>
                </a:solidFill>
                <a:latin typeface="Arial"/>
                <a:ea typeface="Arial"/>
                <a:cs typeface="Arial"/>
              </a:defRPr>
            </a:lvl5pPr>
            <a:lvl6pPr algn="l">
              <a:buNone/>
              <a:defRPr sz="2250" b="1">
                <a:solidFill>
                  <a:srgbClr val="166534"/>
                </a:solidFill>
                <a:latin typeface="Arial"/>
                <a:ea typeface="Arial"/>
                <a:cs typeface="Arial"/>
              </a:defRPr>
            </a:lvl6pPr>
            <a:lvl7pPr algn="l">
              <a:buNone/>
              <a:defRPr sz="2250" b="1">
                <a:solidFill>
                  <a:srgbClr val="166534"/>
                </a:solidFill>
                <a:latin typeface="Arial"/>
                <a:ea typeface="Arial"/>
                <a:cs typeface="Arial"/>
              </a:defRPr>
            </a:lvl7pPr>
            <a:lvl8pPr algn="l">
              <a:buNone/>
              <a:defRPr sz="2250" b="1">
                <a:solidFill>
                  <a:srgbClr val="166534"/>
                </a:solidFill>
                <a:latin typeface="Arial"/>
                <a:ea typeface="Arial"/>
                <a:cs typeface="Arial"/>
              </a:defRPr>
            </a:lvl8pPr>
            <a:lvl9pPr algn="l">
              <a:buNone/>
              <a:defRPr sz="2250" b="1">
                <a:solidFill>
                  <a:srgbClr val="166534"/>
                </a:solidFill>
                <a:latin typeface="Arial"/>
                <a:ea typeface="Arial"/>
                <a:cs typeface="Arial"/>
              </a:defRPr>
            </a:lvl9pPr>
          </a:lstStyle>
          <a:p xmlns:a="http://schemas.openxmlformats.org/drawingml/2006/main">
            <a:pPr algn="l">
              <a:buNone/>
              <a:defRPr sz="2250" b="1">
                <a:solidFill>
                  <a:srgbClr val="17382C"/>
                </a:solidFill>
                <a:latin typeface="Arial"/>
                <a:ea typeface="Arial"/>
                <a:cs typeface="Arial"/>
              </a:defRPr>
            </a:pPr>
            <a:r>
              <a:rPr sz="2250" b="1">
                <a:solidFill>
                  <a:srgbClr val="17382C"/>
                </a:solidFill>
                <a:latin typeface="Arial"/>
                <a:ea typeface="Arial"/>
                <a:cs typeface="Arial"/>
              </a:rPr>
              <a:t>Tulis cerita yang jelas</a:t>
            </a:r>
          </a:p>
        </p:txBody>
      </p:sp>
      <p:sp>
        <p:nvSpPr>
          <p:cNvPr id="6" name="Isi judul, kategori, kegiatan, waktu,&#10;tempat, dan orang yang">
            <a:extLst xmlns:a="http://schemas.openxmlformats.org/drawingml/2006/main">
              <a:ext uri="{FF2B5EF4-FFF2-40B4-BE49-F238E27FC236}">
                <a16:creationId xmlns:a16="http://schemas.microsoft.com/office/drawing/2014/main" id="{5687D953-B261-48CD-A44C-2962654FC23F}"/>
              </a:ext>
            </a:extLst>
          </p:cNvPr>
          <p:cNvSpPr>
            <a:spLocks xmlns:a="http://schemas.openxmlformats.org/drawingml/2006/main" noGrp="1"/>
          </p:cNvSpPr>
          <p:nvPr/>
        </p:nvSpPr>
        <p:spPr>
          <a:xfrm xmlns:a="http://schemas.openxmlformats.org/drawingml/2006/main">
            <a:off x="1200150" y="2581275"/>
            <a:ext cx="552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64756A"/>
                </a:solidFill>
                <a:latin typeface="Arial"/>
                <a:ea typeface="Arial"/>
                <a:cs typeface="Arial"/>
              </a:defRPr>
            </a:defPPr>
            <a:lvl1pPr algn="l">
              <a:buNone/>
              <a:defRPr sz="2100" b="0">
                <a:solidFill>
                  <a:srgbClr val="253E30"/>
                </a:solidFill>
                <a:latin typeface="Arial"/>
                <a:ea typeface="Arial"/>
                <a:cs typeface="Arial"/>
              </a:defRPr>
            </a:lvl1pPr>
            <a:lvl2pPr algn="l">
              <a:buNone/>
              <a:defRPr sz="2100" b="0">
                <a:solidFill>
                  <a:srgbClr val="253E30"/>
                </a:solidFill>
                <a:latin typeface="Arial"/>
                <a:ea typeface="Arial"/>
                <a:cs typeface="Arial"/>
              </a:defRPr>
            </a:lvl2pPr>
            <a:lvl3pPr algn="l">
              <a:buNone/>
              <a:defRPr sz="2100" b="0">
                <a:solidFill>
                  <a:srgbClr val="253E30"/>
                </a:solidFill>
                <a:latin typeface="Arial"/>
                <a:ea typeface="Arial"/>
                <a:cs typeface="Arial"/>
              </a:defRPr>
            </a:lvl3pPr>
            <a:lvl4pPr algn="l">
              <a:buNone/>
              <a:defRPr sz="2100" b="0">
                <a:solidFill>
                  <a:srgbClr val="253E30"/>
                </a:solidFill>
                <a:latin typeface="Arial"/>
                <a:ea typeface="Arial"/>
                <a:cs typeface="Arial"/>
              </a:defRPr>
            </a:lvl4pPr>
            <a:lvl5pPr algn="l">
              <a:buNone/>
              <a:defRPr sz="2100" b="0">
                <a:solidFill>
                  <a:srgbClr val="253E30"/>
                </a:solidFill>
                <a:latin typeface="Arial"/>
                <a:ea typeface="Arial"/>
                <a:cs typeface="Arial"/>
              </a:defRPr>
            </a:lvl5pPr>
            <a:lvl6pPr algn="l">
              <a:buNone/>
              <a:defRPr sz="2100" b="0">
                <a:solidFill>
                  <a:srgbClr val="253E30"/>
                </a:solidFill>
                <a:latin typeface="Arial"/>
                <a:ea typeface="Arial"/>
                <a:cs typeface="Arial"/>
              </a:defRPr>
            </a:lvl6pPr>
            <a:lvl7pPr algn="l">
              <a:buNone/>
              <a:defRPr sz="2100" b="0">
                <a:solidFill>
                  <a:srgbClr val="253E30"/>
                </a:solidFill>
                <a:latin typeface="Arial"/>
                <a:ea typeface="Arial"/>
                <a:cs typeface="Arial"/>
              </a:defRPr>
            </a:lvl7pPr>
            <a:lvl8pPr algn="l">
              <a:buNone/>
              <a:defRPr sz="2100" b="0">
                <a:solidFill>
                  <a:srgbClr val="253E30"/>
                </a:solidFill>
                <a:latin typeface="Arial"/>
                <a:ea typeface="Arial"/>
                <a:cs typeface="Arial"/>
              </a:defRPr>
            </a:lvl8pPr>
            <a:lvl9pPr algn="l">
              <a:buNone/>
              <a:defRPr sz="2100" b="0">
                <a:solidFill>
                  <a:srgbClr val="253E30"/>
                </a:solidFill>
                <a:latin typeface="Arial"/>
                <a:ea typeface="Arial"/>
                <a:cs typeface="Arial"/>
              </a:defRPr>
            </a:lvl9pPr>
          </a:lstStyle>
          <a:p xmlns:a="http://schemas.openxmlformats.org/drawingml/2006/main">
            <a:pPr algn="l">
              <a:buNone/>
              <a:defRPr sz="1950" b="0">
                <a:solidFill>
                  <a:srgbClr val="64756A"/>
                </a:solidFill>
                <a:latin typeface="Arial"/>
                <a:ea typeface="Arial"/>
                <a:cs typeface="Arial"/>
              </a:defRPr>
            </a:pPr>
            <a:r>
              <a:rPr sz="1950" b="0">
                <a:solidFill>
                  <a:srgbClr val="64756A"/>
                </a:solidFill>
                <a:latin typeface="Arial"/>
                <a:ea typeface="Arial"/>
                <a:cs typeface="Arial"/>
              </a:rPr>
              <a:t>Isi judul, kategori, kegiatan, waktu,</a:t>
            </a:r>
          </a:p>
          <a:p xmlns:a="http://schemas.openxmlformats.org/drawingml/2006/main">
            <a:pPr algn="l">
              <a:buNone/>
              <a:defRPr sz="1950" b="0">
                <a:solidFill>
                  <a:srgbClr val="64756A"/>
                </a:solidFill>
                <a:latin typeface="Arial"/>
                <a:ea typeface="Arial"/>
                <a:cs typeface="Arial"/>
              </a:defRPr>
            </a:pPr>
            <a:r>
              <a:rPr sz="1950" b="0">
                <a:solidFill>
                  <a:srgbClr val="64756A"/>
                </a:solidFill>
                <a:latin typeface="Arial"/>
                <a:ea typeface="Arial"/>
                <a:cs typeface="Arial"/>
              </a:rPr>
              <a:t>tempat, dan orang yang terlibat.</a:t>
            </a:r>
          </a:p>
        </p:txBody>
      </p:sp>
      <p:sp>
        <p:nvSpPr>
          <p:cNvPr id="7" name="02">
            <a:extLst xmlns:a="http://schemas.openxmlformats.org/drawingml/2006/main">
              <a:ext uri="{FF2B5EF4-FFF2-40B4-BE49-F238E27FC236}">
                <a16:creationId xmlns:a16="http://schemas.microsoft.com/office/drawing/2014/main" id="{048EFFBC-3FAE-4EC6-857A-29BCEEFBEF1C}"/>
              </a:ext>
            </a:extLst>
          </p:cNvPr>
          <p:cNvSpPr>
            <a:spLocks xmlns:a="http://schemas.openxmlformats.org/drawingml/2006/main" noGrp="1"/>
          </p:cNvSpPr>
          <p:nvPr/>
        </p:nvSpPr>
        <p:spPr>
          <a:xfrm xmlns:a="http://schemas.openxmlformats.org/drawingml/2006/main">
            <a:off x="533400" y="3476625"/>
            <a:ext cx="49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00" b="1">
                <a:solidFill>
                  <a:srgbClr val="B38B4F"/>
                </a:solidFill>
                <a:latin typeface="Arial"/>
                <a:ea typeface="Arial"/>
                <a:cs typeface="Arial"/>
              </a:defRPr>
            </a:defPPr>
            <a:lvl1pPr algn="l">
              <a:buNone/>
              <a:defRPr sz="2250" b="1">
                <a:solidFill>
                  <a:srgbClr val="166534"/>
                </a:solidFill>
                <a:latin typeface="Arial"/>
                <a:ea typeface="Arial"/>
                <a:cs typeface="Arial"/>
              </a:defRPr>
            </a:lvl1pPr>
            <a:lvl2pPr algn="l">
              <a:buNone/>
              <a:defRPr sz="2250" b="1">
                <a:solidFill>
                  <a:srgbClr val="166534"/>
                </a:solidFill>
                <a:latin typeface="Arial"/>
                <a:ea typeface="Arial"/>
                <a:cs typeface="Arial"/>
              </a:defRPr>
            </a:lvl2pPr>
            <a:lvl3pPr algn="l">
              <a:buNone/>
              <a:defRPr sz="2250" b="1">
                <a:solidFill>
                  <a:srgbClr val="166534"/>
                </a:solidFill>
                <a:latin typeface="Arial"/>
                <a:ea typeface="Arial"/>
                <a:cs typeface="Arial"/>
              </a:defRPr>
            </a:lvl3pPr>
            <a:lvl4pPr algn="l">
              <a:buNone/>
              <a:defRPr sz="2250" b="1">
                <a:solidFill>
                  <a:srgbClr val="166534"/>
                </a:solidFill>
                <a:latin typeface="Arial"/>
                <a:ea typeface="Arial"/>
                <a:cs typeface="Arial"/>
              </a:defRPr>
            </a:lvl4pPr>
            <a:lvl5pPr algn="l">
              <a:buNone/>
              <a:defRPr sz="2250" b="1">
                <a:solidFill>
                  <a:srgbClr val="166534"/>
                </a:solidFill>
                <a:latin typeface="Arial"/>
                <a:ea typeface="Arial"/>
                <a:cs typeface="Arial"/>
              </a:defRPr>
            </a:lvl5pPr>
            <a:lvl6pPr algn="l">
              <a:buNone/>
              <a:defRPr sz="2250" b="1">
                <a:solidFill>
                  <a:srgbClr val="166534"/>
                </a:solidFill>
                <a:latin typeface="Arial"/>
                <a:ea typeface="Arial"/>
                <a:cs typeface="Arial"/>
              </a:defRPr>
            </a:lvl6pPr>
            <a:lvl7pPr algn="l">
              <a:buNone/>
              <a:defRPr sz="2250" b="1">
                <a:solidFill>
                  <a:srgbClr val="166534"/>
                </a:solidFill>
                <a:latin typeface="Arial"/>
                <a:ea typeface="Arial"/>
                <a:cs typeface="Arial"/>
              </a:defRPr>
            </a:lvl7pPr>
            <a:lvl8pPr algn="l">
              <a:buNone/>
              <a:defRPr sz="2250" b="1">
                <a:solidFill>
                  <a:srgbClr val="166534"/>
                </a:solidFill>
                <a:latin typeface="Arial"/>
                <a:ea typeface="Arial"/>
                <a:cs typeface="Arial"/>
              </a:defRPr>
            </a:lvl8pPr>
            <a:lvl9pPr algn="l">
              <a:buNone/>
              <a:defRPr sz="2250" b="1">
                <a:solidFill>
                  <a:srgbClr val="166534"/>
                </a:solidFill>
                <a:latin typeface="Arial"/>
                <a:ea typeface="Arial"/>
                <a:cs typeface="Arial"/>
              </a:defRPr>
            </a:lvl9pPr>
          </a:lstStyle>
          <a:p xmlns:a="http://schemas.openxmlformats.org/drawingml/2006/main">
            <a:pPr algn="l">
              <a:buNone/>
              <a:defRPr sz="2700" b="1">
                <a:solidFill>
                  <a:srgbClr val="B38B4F"/>
                </a:solidFill>
                <a:latin typeface="Arial"/>
                <a:ea typeface="Arial"/>
                <a:cs typeface="Arial"/>
              </a:defRPr>
            </a:pPr>
            <a:r>
              <a:rPr sz="2700" b="1">
                <a:solidFill>
                  <a:srgbClr val="B38B4F"/>
                </a:solidFill>
                <a:latin typeface="Arial"/>
                <a:ea typeface="Arial"/>
                <a:cs typeface="Arial"/>
              </a:rPr>
              <a:t>02</a:t>
            </a:r>
          </a:p>
        </p:txBody>
      </p:sp>
      <p:sp>
        <p:nvSpPr>
          <p:cNvPr id="8" name="Tambahkan foto → Pratinjau">
            <a:extLst xmlns:a="http://schemas.openxmlformats.org/drawingml/2006/main">
              <a:ext uri="{FF2B5EF4-FFF2-40B4-BE49-F238E27FC236}">
                <a16:creationId xmlns:a16="http://schemas.microsoft.com/office/drawing/2014/main" id="{BDC8723B-9EDE-4F7B-85AD-94BEDE723BEF}"/>
              </a:ext>
            </a:extLst>
          </p:cNvPr>
          <p:cNvSpPr>
            <a:spLocks xmlns:a="http://schemas.openxmlformats.org/drawingml/2006/main" noGrp="1"/>
          </p:cNvSpPr>
          <p:nvPr/>
        </p:nvSpPr>
        <p:spPr>
          <a:xfrm xmlns:a="http://schemas.openxmlformats.org/drawingml/2006/main">
            <a:off x="1200150" y="3486150"/>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7382C"/>
                </a:solidFill>
                <a:latin typeface="Arial"/>
                <a:ea typeface="Arial"/>
                <a:cs typeface="Arial"/>
              </a:defRPr>
            </a:defPPr>
            <a:lvl1pPr algn="l">
              <a:buNone/>
              <a:defRPr sz="2100" b="0">
                <a:solidFill>
                  <a:srgbClr val="253E30"/>
                </a:solidFill>
                <a:latin typeface="Arial"/>
                <a:ea typeface="Arial"/>
                <a:cs typeface="Arial"/>
              </a:defRPr>
            </a:lvl1pPr>
            <a:lvl2pPr algn="l">
              <a:buNone/>
              <a:defRPr sz="2100" b="0">
                <a:solidFill>
                  <a:srgbClr val="253E30"/>
                </a:solidFill>
                <a:latin typeface="Arial"/>
                <a:ea typeface="Arial"/>
                <a:cs typeface="Arial"/>
              </a:defRPr>
            </a:lvl2pPr>
            <a:lvl3pPr algn="l">
              <a:buNone/>
              <a:defRPr sz="2100" b="0">
                <a:solidFill>
                  <a:srgbClr val="253E30"/>
                </a:solidFill>
                <a:latin typeface="Arial"/>
                <a:ea typeface="Arial"/>
                <a:cs typeface="Arial"/>
              </a:defRPr>
            </a:lvl3pPr>
            <a:lvl4pPr algn="l">
              <a:buNone/>
              <a:defRPr sz="2100" b="0">
                <a:solidFill>
                  <a:srgbClr val="253E30"/>
                </a:solidFill>
                <a:latin typeface="Arial"/>
                <a:ea typeface="Arial"/>
                <a:cs typeface="Arial"/>
              </a:defRPr>
            </a:lvl4pPr>
            <a:lvl5pPr algn="l">
              <a:buNone/>
              <a:defRPr sz="2100" b="0">
                <a:solidFill>
                  <a:srgbClr val="253E30"/>
                </a:solidFill>
                <a:latin typeface="Arial"/>
                <a:ea typeface="Arial"/>
                <a:cs typeface="Arial"/>
              </a:defRPr>
            </a:lvl5pPr>
            <a:lvl6pPr algn="l">
              <a:buNone/>
              <a:defRPr sz="2100" b="0">
                <a:solidFill>
                  <a:srgbClr val="253E30"/>
                </a:solidFill>
                <a:latin typeface="Arial"/>
                <a:ea typeface="Arial"/>
                <a:cs typeface="Arial"/>
              </a:defRPr>
            </a:lvl6pPr>
            <a:lvl7pPr algn="l">
              <a:buNone/>
              <a:defRPr sz="2100" b="0">
                <a:solidFill>
                  <a:srgbClr val="253E30"/>
                </a:solidFill>
                <a:latin typeface="Arial"/>
                <a:ea typeface="Arial"/>
                <a:cs typeface="Arial"/>
              </a:defRPr>
            </a:lvl7pPr>
            <a:lvl8pPr algn="l">
              <a:buNone/>
              <a:defRPr sz="2100" b="0">
                <a:solidFill>
                  <a:srgbClr val="253E30"/>
                </a:solidFill>
                <a:latin typeface="Arial"/>
                <a:ea typeface="Arial"/>
                <a:cs typeface="Arial"/>
              </a:defRPr>
            </a:lvl8pPr>
            <a:lvl9pPr algn="l">
              <a:buNone/>
              <a:defRPr sz="2100" b="0">
                <a:solidFill>
                  <a:srgbClr val="253E30"/>
                </a:solidFill>
                <a:latin typeface="Arial"/>
                <a:ea typeface="Arial"/>
                <a:cs typeface="Arial"/>
              </a:defRPr>
            </a:lvl9pPr>
          </a:lstStyle>
          <a:p xmlns:a="http://schemas.openxmlformats.org/drawingml/2006/main">
            <a:pPr algn="l">
              <a:buNone/>
              <a:defRPr sz="2250" b="1">
                <a:solidFill>
                  <a:srgbClr val="17382C"/>
                </a:solidFill>
                <a:latin typeface="Arial"/>
                <a:ea typeface="Arial"/>
                <a:cs typeface="Arial"/>
              </a:defRPr>
            </a:pPr>
            <a:r>
              <a:rPr sz="2250" b="1">
                <a:solidFill>
                  <a:srgbClr val="17382C"/>
                </a:solidFill>
                <a:latin typeface="Arial"/>
                <a:ea typeface="Arial"/>
                <a:cs typeface="Arial"/>
              </a:rPr>
              <a:t>Tambahkan foto → Pratinjau</a:t>
            </a:r>
          </a:p>
        </p:txBody>
      </p:sp>
      <p:pic>
        <p:nvPicPr>
          <p:cNvPr id="9" name="">
            <a:extLst xmlns:a="http://schemas.openxmlformats.org/drawingml/2006/main">
              <a:ext uri="{FF2B5EF4-FFF2-40B4-BE49-F238E27FC236}">
                <a16:creationId xmlns:a16="http://schemas.microsoft.com/office/drawing/2014/main" id="{D674FB29-3D30-4547-A485-0263A5C74A9E}"/>
              </a:ext>
            </a:extLst>
          </p:cNvPr>
          <p:cNvPicPr>
            <a:picLocks xmlns:a="http://schemas.openxmlformats.org/drawingml/2006/main" noChangeAspect="1"/>
          </p:cNvPicPr>
          <p:nvPr/>
        </p:nvPicPr>
        <p:blipFill>
          <a:blip xmlns:r="http://schemas.openxmlformats.org/officeDocument/2006/relationships" xmlns:a="http://schemas.openxmlformats.org/drawingml/2006/main" r:embed="Rf92092eab55c4b2b"/>
          <a:srcRect xmlns:a="http://schemas.openxmlformats.org/drawingml/2006/main" l="31771" t="12209" r="32552" b="4845"/>
          <a:stretch xmlns:a="http://schemas.openxmlformats.org/drawingml/2006/main"/>
        </p:blipFill>
        <p:spPr>
          <a:xfrm xmlns:a="http://schemas.openxmlformats.org/drawingml/2006/main">
            <a:off x="7286625" y="1657350"/>
            <a:ext cx="3727268" cy="4657725"/>
          </a:xfrm>
          <a:prstGeom xmlns:a="http://schemas.openxmlformats.org/drawingml/2006/main" prst="rect">
            <a:avLst/>
          </a:prstGeom>
        </p:spPr>
      </p:pic>
      <p:sp>
        <p:nvSpPr>
          <p:cNvPr id="10" name="Baca ulang sebelum disimpan.">
            <a:extLst xmlns:a="http://schemas.openxmlformats.org/drawingml/2006/main">
              <a:ext uri="{FF2B5EF4-FFF2-40B4-BE49-F238E27FC236}">
                <a16:creationId xmlns:a16="http://schemas.microsoft.com/office/drawing/2014/main" id="{4BB79C49-954D-454A-A3AC-9DCAFE86C125}"/>
              </a:ext>
            </a:extLst>
          </p:cNvPr>
          <p:cNvSpPr>
            <a:spLocks xmlns:a="http://schemas.openxmlformats.org/drawingml/2006/main" noGrp="1"/>
          </p:cNvSpPr>
          <p:nvPr/>
        </p:nvSpPr>
        <p:spPr>
          <a:xfrm xmlns:a="http://schemas.openxmlformats.org/drawingml/2006/main">
            <a:off x="1200150" y="3962400"/>
            <a:ext cx="552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64756A"/>
                </a:solidFill>
                <a:latin typeface="Arial"/>
                <a:ea typeface="Arial"/>
                <a:cs typeface="Arial"/>
              </a:defRPr>
            </a:defPPr>
            <a:lvl1pPr algn="l">
              <a:buNone/>
              <a:defRPr sz="1725" b="0">
                <a:solidFill>
                  <a:srgbClr val="52665A"/>
                </a:solidFill>
                <a:latin typeface="Arial"/>
                <a:ea typeface="Arial"/>
                <a:cs typeface="Arial"/>
              </a:defRPr>
            </a:lvl1pPr>
            <a:lvl2pPr algn="l">
              <a:buNone/>
              <a:defRPr sz="1725" b="0">
                <a:solidFill>
                  <a:srgbClr val="52665A"/>
                </a:solidFill>
                <a:latin typeface="Arial"/>
                <a:ea typeface="Arial"/>
                <a:cs typeface="Arial"/>
              </a:defRPr>
            </a:lvl2pPr>
            <a:lvl3pPr algn="l">
              <a:buNone/>
              <a:defRPr sz="1725" b="0">
                <a:solidFill>
                  <a:srgbClr val="52665A"/>
                </a:solidFill>
                <a:latin typeface="Arial"/>
                <a:ea typeface="Arial"/>
                <a:cs typeface="Arial"/>
              </a:defRPr>
            </a:lvl3pPr>
            <a:lvl4pPr algn="l">
              <a:buNone/>
              <a:defRPr sz="1725" b="0">
                <a:solidFill>
                  <a:srgbClr val="52665A"/>
                </a:solidFill>
                <a:latin typeface="Arial"/>
                <a:ea typeface="Arial"/>
                <a:cs typeface="Arial"/>
              </a:defRPr>
            </a:lvl4pPr>
            <a:lvl5pPr algn="l">
              <a:buNone/>
              <a:defRPr sz="1725" b="0">
                <a:solidFill>
                  <a:srgbClr val="52665A"/>
                </a:solidFill>
                <a:latin typeface="Arial"/>
                <a:ea typeface="Arial"/>
                <a:cs typeface="Arial"/>
              </a:defRPr>
            </a:lvl5pPr>
            <a:lvl6pPr algn="l">
              <a:buNone/>
              <a:defRPr sz="1725" b="0">
                <a:solidFill>
                  <a:srgbClr val="52665A"/>
                </a:solidFill>
                <a:latin typeface="Arial"/>
                <a:ea typeface="Arial"/>
                <a:cs typeface="Arial"/>
              </a:defRPr>
            </a:lvl6pPr>
            <a:lvl7pPr algn="l">
              <a:buNone/>
              <a:defRPr sz="1725" b="0">
                <a:solidFill>
                  <a:srgbClr val="52665A"/>
                </a:solidFill>
                <a:latin typeface="Arial"/>
                <a:ea typeface="Arial"/>
                <a:cs typeface="Arial"/>
              </a:defRPr>
            </a:lvl7pPr>
            <a:lvl8pPr algn="l">
              <a:buNone/>
              <a:defRPr sz="1725" b="0">
                <a:solidFill>
                  <a:srgbClr val="52665A"/>
                </a:solidFill>
                <a:latin typeface="Arial"/>
                <a:ea typeface="Arial"/>
                <a:cs typeface="Arial"/>
              </a:defRPr>
            </a:lvl8pPr>
            <a:lvl9pPr algn="l">
              <a:buNone/>
              <a:defRPr sz="1725" b="0">
                <a:solidFill>
                  <a:srgbClr val="52665A"/>
                </a:solidFill>
                <a:latin typeface="Arial"/>
                <a:ea typeface="Arial"/>
                <a:cs typeface="Arial"/>
              </a:defRPr>
            </a:lvl9pPr>
          </a:lstStyle>
          <a:p xmlns:a="http://schemas.openxmlformats.org/drawingml/2006/main">
            <a:pPr algn="l">
              <a:buNone/>
              <a:defRPr sz="1950" b="0">
                <a:solidFill>
                  <a:srgbClr val="64756A"/>
                </a:solidFill>
                <a:latin typeface="Arial"/>
                <a:ea typeface="Arial"/>
                <a:cs typeface="Arial"/>
              </a:defRPr>
            </a:pPr>
            <a:r>
              <a:rPr sz="1950" b="0">
                <a:solidFill>
                  <a:srgbClr val="64756A"/>
                </a:solidFill>
                <a:latin typeface="Arial"/>
                <a:ea typeface="Arial"/>
                <a:cs typeface="Arial"/>
              </a:rPr>
              <a:t>Baca ulang sebelum disimpan.</a:t>
            </a:r>
          </a:p>
        </p:txBody>
      </p:sp>
      <p:sp>
        <p:nvSpPr>
          <p:cNvPr id="12" name="03">
            <a:extLst xmlns:a="http://schemas.openxmlformats.org/drawingml/2006/main">
              <a:ext uri="{FF2B5EF4-FFF2-40B4-BE49-F238E27FC236}">
                <a16:creationId xmlns:a16="http://schemas.microsoft.com/office/drawing/2014/main" id="{911727BA-7FA0-402E-B997-56A46493AD2B}"/>
              </a:ext>
            </a:extLst>
          </p:cNvPr>
          <p:cNvSpPr>
            <a:spLocks xmlns:a="http://schemas.openxmlformats.org/drawingml/2006/main" noGrp="1"/>
          </p:cNvSpPr>
          <p:nvPr/>
        </p:nvSpPr>
        <p:spPr>
          <a:xfrm xmlns:a="http://schemas.openxmlformats.org/drawingml/2006/main">
            <a:off x="533400" y="4733925"/>
            <a:ext cx="49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00" b="1">
                <a:solidFill>
                  <a:srgbClr val="B38B4F"/>
                </a:solidFill>
                <a:latin typeface="Arial"/>
                <a:ea typeface="Arial"/>
                <a:cs typeface="Arial"/>
              </a:defRPr>
            </a:defPPr>
            <a:lvl1pPr algn="l">
              <a:defRPr sz="2700" b="1">
                <a:solidFill>
                  <a:srgbClr val="B38B4F"/>
                </a:solidFill>
                <a:latin typeface="Arial"/>
                <a:ea typeface="Arial"/>
                <a:cs typeface="Arial"/>
              </a:defRPr>
            </a:lvl1pPr>
            <a:lvl2pPr algn="l">
              <a:defRPr sz="2700" b="1">
                <a:solidFill>
                  <a:srgbClr val="B38B4F"/>
                </a:solidFill>
                <a:latin typeface="Arial"/>
                <a:ea typeface="Arial"/>
                <a:cs typeface="Arial"/>
              </a:defRPr>
            </a:lvl2pPr>
            <a:lvl3pPr algn="l">
              <a:defRPr sz="2700" b="1">
                <a:solidFill>
                  <a:srgbClr val="B38B4F"/>
                </a:solidFill>
                <a:latin typeface="Arial"/>
                <a:ea typeface="Arial"/>
                <a:cs typeface="Arial"/>
              </a:defRPr>
            </a:lvl3pPr>
            <a:lvl4pPr algn="l">
              <a:defRPr sz="2700" b="1">
                <a:solidFill>
                  <a:srgbClr val="B38B4F"/>
                </a:solidFill>
                <a:latin typeface="Arial"/>
                <a:ea typeface="Arial"/>
                <a:cs typeface="Arial"/>
              </a:defRPr>
            </a:lvl4pPr>
            <a:lvl5pPr algn="l">
              <a:defRPr sz="2700" b="1">
                <a:solidFill>
                  <a:srgbClr val="B38B4F"/>
                </a:solidFill>
                <a:latin typeface="Arial"/>
                <a:ea typeface="Arial"/>
                <a:cs typeface="Arial"/>
              </a:defRPr>
            </a:lvl5pPr>
            <a:lvl6pPr algn="l">
              <a:defRPr sz="2700" b="1">
                <a:solidFill>
                  <a:srgbClr val="B38B4F"/>
                </a:solidFill>
                <a:latin typeface="Arial"/>
                <a:ea typeface="Arial"/>
                <a:cs typeface="Arial"/>
              </a:defRPr>
            </a:lvl6pPr>
            <a:lvl7pPr algn="l">
              <a:defRPr sz="2700" b="1">
                <a:solidFill>
                  <a:srgbClr val="B38B4F"/>
                </a:solidFill>
                <a:latin typeface="Arial"/>
                <a:ea typeface="Arial"/>
                <a:cs typeface="Arial"/>
              </a:defRPr>
            </a:lvl7pPr>
            <a:lvl8pPr algn="l">
              <a:defRPr sz="2700" b="1">
                <a:solidFill>
                  <a:srgbClr val="B38B4F"/>
                </a:solidFill>
                <a:latin typeface="Arial"/>
                <a:ea typeface="Arial"/>
                <a:cs typeface="Arial"/>
              </a:defRPr>
            </a:lvl8pPr>
            <a:lvl9pPr algn="l">
              <a:defRPr sz="2700" b="1">
                <a:solidFill>
                  <a:srgbClr val="B38B4F"/>
                </a:solidFill>
                <a:latin typeface="Arial"/>
                <a:ea typeface="Arial"/>
                <a:cs typeface="Arial"/>
              </a:defRPr>
            </a:lvl9pPr>
          </a:lstStyle>
          <a:p xmlns:a="http://schemas.openxmlformats.org/drawingml/2006/main">
            <a:pPr algn="l">
              <a:defRPr sz="2700" b="1">
                <a:solidFill>
                  <a:srgbClr val="B38B4F"/>
                </a:solidFill>
                <a:latin typeface="Arial"/>
                <a:ea typeface="Arial"/>
                <a:cs typeface="Arial"/>
              </a:defRPr>
            </a:pPr>
            <a:r>
              <a:rPr sz="2700" b="1">
                <a:solidFill>
                  <a:srgbClr val="B38B4F"/>
                </a:solidFill>
                <a:latin typeface="Arial"/>
                <a:ea typeface="Arial"/>
                <a:cs typeface="Arial"/>
              </a:rPr>
              <a:t>03</a:t>
            </a:r>
          </a:p>
        </p:txBody>
      </p:sp>
      <p:sp>
        <p:nvSpPr>
          <p:cNvPr id="13" name="Simpan draft atau terbitkan">
            <a:extLst xmlns:a="http://schemas.openxmlformats.org/drawingml/2006/main">
              <a:ext uri="{FF2B5EF4-FFF2-40B4-BE49-F238E27FC236}">
                <a16:creationId xmlns:a16="http://schemas.microsoft.com/office/drawing/2014/main" id="{11BCA9E5-BDDB-49BC-9D63-6C6AAF8C66B5}"/>
              </a:ext>
            </a:extLst>
          </p:cNvPr>
          <p:cNvSpPr>
            <a:spLocks xmlns:a="http://schemas.openxmlformats.org/drawingml/2006/main" noGrp="1"/>
          </p:cNvSpPr>
          <p:nvPr/>
        </p:nvSpPr>
        <p:spPr>
          <a:xfrm xmlns:a="http://schemas.openxmlformats.org/drawingml/2006/main">
            <a:off x="1200150" y="4743450"/>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7382C"/>
                </a:solidFill>
                <a:latin typeface="Arial"/>
                <a:ea typeface="Arial"/>
                <a:cs typeface="Arial"/>
              </a:defRPr>
            </a:defPPr>
            <a:lvl1pPr algn="l">
              <a:defRPr sz="2250" b="1">
                <a:solidFill>
                  <a:srgbClr val="17382C"/>
                </a:solidFill>
                <a:latin typeface="Arial"/>
                <a:ea typeface="Arial"/>
                <a:cs typeface="Arial"/>
              </a:defRPr>
            </a:lvl1pPr>
            <a:lvl2pPr algn="l">
              <a:defRPr sz="2250" b="1">
                <a:solidFill>
                  <a:srgbClr val="17382C"/>
                </a:solidFill>
                <a:latin typeface="Arial"/>
                <a:ea typeface="Arial"/>
                <a:cs typeface="Arial"/>
              </a:defRPr>
            </a:lvl2pPr>
            <a:lvl3pPr algn="l">
              <a:defRPr sz="2250" b="1">
                <a:solidFill>
                  <a:srgbClr val="17382C"/>
                </a:solidFill>
                <a:latin typeface="Arial"/>
                <a:ea typeface="Arial"/>
                <a:cs typeface="Arial"/>
              </a:defRPr>
            </a:lvl3pPr>
            <a:lvl4pPr algn="l">
              <a:defRPr sz="2250" b="1">
                <a:solidFill>
                  <a:srgbClr val="17382C"/>
                </a:solidFill>
                <a:latin typeface="Arial"/>
                <a:ea typeface="Arial"/>
                <a:cs typeface="Arial"/>
              </a:defRPr>
            </a:lvl4pPr>
            <a:lvl5pPr algn="l">
              <a:defRPr sz="2250" b="1">
                <a:solidFill>
                  <a:srgbClr val="17382C"/>
                </a:solidFill>
                <a:latin typeface="Arial"/>
                <a:ea typeface="Arial"/>
                <a:cs typeface="Arial"/>
              </a:defRPr>
            </a:lvl5pPr>
            <a:lvl6pPr algn="l">
              <a:defRPr sz="2250" b="1">
                <a:solidFill>
                  <a:srgbClr val="17382C"/>
                </a:solidFill>
                <a:latin typeface="Arial"/>
                <a:ea typeface="Arial"/>
                <a:cs typeface="Arial"/>
              </a:defRPr>
            </a:lvl6pPr>
            <a:lvl7pPr algn="l">
              <a:defRPr sz="2250" b="1">
                <a:solidFill>
                  <a:srgbClr val="17382C"/>
                </a:solidFill>
                <a:latin typeface="Arial"/>
                <a:ea typeface="Arial"/>
                <a:cs typeface="Arial"/>
              </a:defRPr>
            </a:lvl7pPr>
            <a:lvl8pPr algn="l">
              <a:defRPr sz="2250" b="1">
                <a:solidFill>
                  <a:srgbClr val="17382C"/>
                </a:solidFill>
                <a:latin typeface="Arial"/>
                <a:ea typeface="Arial"/>
                <a:cs typeface="Arial"/>
              </a:defRPr>
            </a:lvl8pPr>
            <a:lvl9pPr algn="l">
              <a:defRPr sz="2250" b="1">
                <a:solidFill>
                  <a:srgbClr val="17382C"/>
                </a:solidFill>
                <a:latin typeface="Arial"/>
                <a:ea typeface="Arial"/>
                <a:cs typeface="Arial"/>
              </a:defRPr>
            </a:lvl9pPr>
          </a:lstStyle>
          <a:p xmlns:a="http://schemas.openxmlformats.org/drawingml/2006/main">
            <a:pPr algn="l">
              <a:defRPr sz="2250" b="1">
                <a:solidFill>
                  <a:srgbClr val="17382C"/>
                </a:solidFill>
                <a:latin typeface="Arial"/>
                <a:ea typeface="Arial"/>
                <a:cs typeface="Arial"/>
              </a:defRPr>
            </a:pPr>
            <a:r>
              <a:rPr sz="2250" b="1">
                <a:solidFill>
                  <a:srgbClr val="17382C"/>
                </a:solidFill>
                <a:latin typeface="Arial"/>
                <a:ea typeface="Arial"/>
                <a:cs typeface="Arial"/>
              </a:rPr>
              <a:t>Simpan draft atau terbitkan</a:t>
            </a:r>
          </a:p>
        </p:txBody>
      </p:sp>
      <p:sp>
        <p:nvSpPr>
          <p:cNvPr id="14" name="Draft belum tampil. Admin menerbitkan.">
            <a:extLst xmlns:a="http://schemas.openxmlformats.org/drawingml/2006/main">
              <a:ext uri="{FF2B5EF4-FFF2-40B4-BE49-F238E27FC236}">
                <a16:creationId xmlns:a16="http://schemas.microsoft.com/office/drawing/2014/main" id="{DEA9386F-08DF-4DFC-87B9-12128FA0C190}"/>
              </a:ext>
            </a:extLst>
          </p:cNvPr>
          <p:cNvSpPr>
            <a:spLocks xmlns:a="http://schemas.openxmlformats.org/drawingml/2006/main" noGrp="1"/>
          </p:cNvSpPr>
          <p:nvPr/>
        </p:nvSpPr>
        <p:spPr>
          <a:xfrm xmlns:a="http://schemas.openxmlformats.org/drawingml/2006/main">
            <a:off x="1200150" y="5219700"/>
            <a:ext cx="552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64756A"/>
                </a:solidFill>
                <a:latin typeface="Arial"/>
                <a:ea typeface="Arial"/>
                <a:cs typeface="Arial"/>
              </a:defRPr>
            </a:defPPr>
            <a:lvl1pPr algn="l">
              <a:defRPr sz="1950" b="0">
                <a:solidFill>
                  <a:srgbClr val="64756A"/>
                </a:solidFill>
                <a:latin typeface="Arial"/>
                <a:ea typeface="Arial"/>
                <a:cs typeface="Arial"/>
              </a:defRPr>
            </a:lvl1pPr>
            <a:lvl2pPr algn="l">
              <a:defRPr sz="1950" b="0">
                <a:solidFill>
                  <a:srgbClr val="64756A"/>
                </a:solidFill>
                <a:latin typeface="Arial"/>
                <a:ea typeface="Arial"/>
                <a:cs typeface="Arial"/>
              </a:defRPr>
            </a:lvl2pPr>
            <a:lvl3pPr algn="l">
              <a:defRPr sz="1950" b="0">
                <a:solidFill>
                  <a:srgbClr val="64756A"/>
                </a:solidFill>
                <a:latin typeface="Arial"/>
                <a:ea typeface="Arial"/>
                <a:cs typeface="Arial"/>
              </a:defRPr>
            </a:lvl3pPr>
            <a:lvl4pPr algn="l">
              <a:defRPr sz="1950" b="0">
                <a:solidFill>
                  <a:srgbClr val="64756A"/>
                </a:solidFill>
                <a:latin typeface="Arial"/>
                <a:ea typeface="Arial"/>
                <a:cs typeface="Arial"/>
              </a:defRPr>
            </a:lvl4pPr>
            <a:lvl5pPr algn="l">
              <a:defRPr sz="1950" b="0">
                <a:solidFill>
                  <a:srgbClr val="64756A"/>
                </a:solidFill>
                <a:latin typeface="Arial"/>
                <a:ea typeface="Arial"/>
                <a:cs typeface="Arial"/>
              </a:defRPr>
            </a:lvl5pPr>
            <a:lvl6pPr algn="l">
              <a:defRPr sz="1950" b="0">
                <a:solidFill>
                  <a:srgbClr val="64756A"/>
                </a:solidFill>
                <a:latin typeface="Arial"/>
                <a:ea typeface="Arial"/>
                <a:cs typeface="Arial"/>
              </a:defRPr>
            </a:lvl6pPr>
            <a:lvl7pPr algn="l">
              <a:defRPr sz="1950" b="0">
                <a:solidFill>
                  <a:srgbClr val="64756A"/>
                </a:solidFill>
                <a:latin typeface="Arial"/>
                <a:ea typeface="Arial"/>
                <a:cs typeface="Arial"/>
              </a:defRPr>
            </a:lvl7pPr>
            <a:lvl8pPr algn="l">
              <a:defRPr sz="1950" b="0">
                <a:solidFill>
                  <a:srgbClr val="64756A"/>
                </a:solidFill>
                <a:latin typeface="Arial"/>
                <a:ea typeface="Arial"/>
                <a:cs typeface="Arial"/>
              </a:defRPr>
            </a:lvl8pPr>
            <a:lvl9pPr algn="l">
              <a:defRPr sz="1950" b="0">
                <a:solidFill>
                  <a:srgbClr val="64756A"/>
                </a:solidFill>
                <a:latin typeface="Arial"/>
                <a:ea typeface="Arial"/>
                <a:cs typeface="Arial"/>
              </a:defRPr>
            </a:lvl9pPr>
          </a:lstStyle>
          <a:p xmlns:a="http://schemas.openxmlformats.org/drawingml/2006/main">
            <a:pPr algn="l">
              <a:defRPr sz="1950" b="0">
                <a:solidFill>
                  <a:srgbClr val="64756A"/>
                </a:solidFill>
                <a:latin typeface="Arial"/>
                <a:ea typeface="Arial"/>
                <a:cs typeface="Arial"/>
              </a:defRPr>
            </a:pPr>
            <a:r>
              <a:rPr sz="1950" b="0">
                <a:solidFill>
                  <a:srgbClr val="64756A"/>
                </a:solidFill>
                <a:latin typeface="Arial"/>
                <a:ea typeface="Arial"/>
                <a:cs typeface="Arial"/>
              </a:rPr>
              <a:t>Draft belum tampil. Admin menerbitkan.</a:t>
            </a:r>
          </a:p>
        </p:txBody>
      </p:sp>
      <p:sp>
        <p:nvSpPr>
          <p:cNvPr id="15" name="Setelah terbit, cek kembali halaman publik.">
            <a:extLst xmlns:a="http://schemas.openxmlformats.org/drawingml/2006/main">
              <a:ext uri="{FF2B5EF4-FFF2-40B4-BE49-F238E27FC236}">
                <a16:creationId xmlns:a16="http://schemas.microsoft.com/office/drawing/2014/main" id="{8E4CEC58-4D4D-44B1-91D4-D29946E3150C}"/>
              </a:ext>
            </a:extLst>
          </p:cNvPr>
          <p:cNvSpPr>
            <a:spLocks xmlns:a="http://schemas.openxmlformats.org/drawingml/2006/main" noGrp="1"/>
          </p:cNvSpPr>
          <p:nvPr/>
        </p:nvSpPr>
        <p:spPr>
          <a:xfrm xmlns:a="http://schemas.openxmlformats.org/drawingml/2006/main">
            <a:off x="533400" y="6143625"/>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64756A"/>
                </a:solidFill>
                <a:latin typeface="Arial"/>
                <a:ea typeface="Arial"/>
                <a:cs typeface="Arial"/>
              </a:defRPr>
            </a:defPPr>
            <a:lvl1pPr algn="l">
              <a:defRPr sz="1725" b="0">
                <a:solidFill>
                  <a:srgbClr val="64756A"/>
                </a:solidFill>
                <a:latin typeface="Arial"/>
                <a:ea typeface="Arial"/>
                <a:cs typeface="Arial"/>
              </a:defRPr>
            </a:lvl1pPr>
            <a:lvl2pPr algn="l">
              <a:defRPr sz="1725" b="0">
                <a:solidFill>
                  <a:srgbClr val="64756A"/>
                </a:solidFill>
                <a:latin typeface="Arial"/>
                <a:ea typeface="Arial"/>
                <a:cs typeface="Arial"/>
              </a:defRPr>
            </a:lvl2pPr>
            <a:lvl3pPr algn="l">
              <a:defRPr sz="1725" b="0">
                <a:solidFill>
                  <a:srgbClr val="64756A"/>
                </a:solidFill>
                <a:latin typeface="Arial"/>
                <a:ea typeface="Arial"/>
                <a:cs typeface="Arial"/>
              </a:defRPr>
            </a:lvl3pPr>
            <a:lvl4pPr algn="l">
              <a:defRPr sz="1725" b="0">
                <a:solidFill>
                  <a:srgbClr val="64756A"/>
                </a:solidFill>
                <a:latin typeface="Arial"/>
                <a:ea typeface="Arial"/>
                <a:cs typeface="Arial"/>
              </a:defRPr>
            </a:lvl4pPr>
            <a:lvl5pPr algn="l">
              <a:defRPr sz="1725" b="0">
                <a:solidFill>
                  <a:srgbClr val="64756A"/>
                </a:solidFill>
                <a:latin typeface="Arial"/>
                <a:ea typeface="Arial"/>
                <a:cs typeface="Arial"/>
              </a:defRPr>
            </a:lvl5pPr>
            <a:lvl6pPr algn="l">
              <a:defRPr sz="1725" b="0">
                <a:solidFill>
                  <a:srgbClr val="64756A"/>
                </a:solidFill>
                <a:latin typeface="Arial"/>
                <a:ea typeface="Arial"/>
                <a:cs typeface="Arial"/>
              </a:defRPr>
            </a:lvl6pPr>
            <a:lvl7pPr algn="l">
              <a:defRPr sz="1725" b="0">
                <a:solidFill>
                  <a:srgbClr val="64756A"/>
                </a:solidFill>
                <a:latin typeface="Arial"/>
                <a:ea typeface="Arial"/>
                <a:cs typeface="Arial"/>
              </a:defRPr>
            </a:lvl7pPr>
            <a:lvl8pPr algn="l">
              <a:defRPr sz="1725" b="0">
                <a:solidFill>
                  <a:srgbClr val="64756A"/>
                </a:solidFill>
                <a:latin typeface="Arial"/>
                <a:ea typeface="Arial"/>
                <a:cs typeface="Arial"/>
              </a:defRPr>
            </a:lvl8pPr>
            <a:lvl9pPr algn="l">
              <a:defRPr sz="1725" b="0">
                <a:solidFill>
                  <a:srgbClr val="64756A"/>
                </a:solidFill>
                <a:latin typeface="Arial"/>
                <a:ea typeface="Arial"/>
                <a:cs typeface="Arial"/>
              </a:defRPr>
            </a:lvl9pPr>
          </a:lstStyle>
          <a:p xmlns:a="http://schemas.openxmlformats.org/drawingml/2006/main">
            <a:pPr algn="l">
              <a:defRPr sz="1725" b="0">
                <a:solidFill>
                  <a:srgbClr val="64756A"/>
                </a:solidFill>
                <a:latin typeface="Arial"/>
                <a:ea typeface="Arial"/>
                <a:cs typeface="Arial"/>
              </a:defRPr>
            </a:pPr>
            <a:r>
              <a:rPr sz="1725" b="0">
                <a:solidFill>
                  <a:srgbClr val="64756A"/>
                </a:solidFill>
                <a:latin typeface="Arial"/>
                <a:ea typeface="Arial"/>
                <a:cs typeface="Arial"/>
              </a:rPr>
              <a:t>Setelah terbit, cek kembali halaman publik.</a:t>
            </a:r>
          </a:p>
        </p:txBody>
      </p:sp>
    </p:spTree>
    <p:extLst>
      <p:ext uri="{BB962C8B-B14F-4D97-AF65-F5344CB8AC3E}">
        <p14:creationId xmlns:p14="http://schemas.microsoft.com/office/powerpoint/2010/main" val="300833818"/>
      </p:ext>
    </p:extLst>
  </p:cSld>
</p:sld>
</file>

<file path=ppt/slides/slide5.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9" name="05 / 10">
            <a:extLst xmlns:a="http://schemas.openxmlformats.org/drawingml/2006/main">
              <a:ext uri="{FF2B5EF4-FFF2-40B4-BE49-F238E27FC236}">
                <a16:creationId xmlns:a16="http://schemas.microsoft.com/office/drawing/2014/main" id="{B767E8D4-A72F-452C-9435-A6C8232F5E8B}"/>
              </a:ext>
            </a:extLst>
          </p:cNvPr>
          <p:cNvSpPr>
            <a:spLocks xmlns:a="http://schemas.openxmlformats.org/drawingml/2006/main" noGrp="1"/>
          </p:cNvSpPr>
          <p:nvPr/>
        </p:nvSpPr>
        <p:spPr>
          <a:xfrm xmlns:a="http://schemas.openxmlformats.org/drawingml/2006/main">
            <a:off x="10839450" y="640080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64756A"/>
                </a:solidFill>
                <a:latin typeface="Arial"/>
                <a:ea typeface="Arial"/>
                <a:cs typeface="Arial"/>
              </a:defRPr>
            </a:defPPr>
            <a:lvl1pPr algn="l">
              <a:buNone/>
              <a:defRPr sz="3450" b="1">
                <a:solidFill>
                  <a:srgbClr val="143D28"/>
                </a:solidFill>
                <a:latin typeface="Arial"/>
                <a:ea typeface="Arial"/>
                <a:cs typeface="Arial"/>
              </a:defRPr>
            </a:lvl1pPr>
            <a:lvl2pPr algn="l">
              <a:buNone/>
              <a:defRPr sz="3450" b="1">
                <a:solidFill>
                  <a:srgbClr val="143D28"/>
                </a:solidFill>
                <a:latin typeface="Arial"/>
                <a:ea typeface="Arial"/>
                <a:cs typeface="Arial"/>
              </a:defRPr>
            </a:lvl2pPr>
            <a:lvl3pPr algn="l">
              <a:buNone/>
              <a:defRPr sz="3450" b="1">
                <a:solidFill>
                  <a:srgbClr val="143D28"/>
                </a:solidFill>
                <a:latin typeface="Arial"/>
                <a:ea typeface="Arial"/>
                <a:cs typeface="Arial"/>
              </a:defRPr>
            </a:lvl3pPr>
            <a:lvl4pPr algn="l">
              <a:buNone/>
              <a:defRPr sz="3450" b="1">
                <a:solidFill>
                  <a:srgbClr val="143D28"/>
                </a:solidFill>
                <a:latin typeface="Arial"/>
                <a:ea typeface="Arial"/>
                <a:cs typeface="Arial"/>
              </a:defRPr>
            </a:lvl4pPr>
            <a:lvl5pPr algn="l">
              <a:buNone/>
              <a:defRPr sz="3450" b="1">
                <a:solidFill>
                  <a:srgbClr val="143D28"/>
                </a:solidFill>
                <a:latin typeface="Arial"/>
                <a:ea typeface="Arial"/>
                <a:cs typeface="Arial"/>
              </a:defRPr>
            </a:lvl5pPr>
            <a:lvl6pPr algn="l">
              <a:buNone/>
              <a:defRPr sz="3450" b="1">
                <a:solidFill>
                  <a:srgbClr val="143D28"/>
                </a:solidFill>
                <a:latin typeface="Arial"/>
                <a:ea typeface="Arial"/>
                <a:cs typeface="Arial"/>
              </a:defRPr>
            </a:lvl6pPr>
            <a:lvl7pPr algn="l">
              <a:buNone/>
              <a:defRPr sz="3450" b="1">
                <a:solidFill>
                  <a:srgbClr val="143D28"/>
                </a:solidFill>
                <a:latin typeface="Arial"/>
                <a:ea typeface="Arial"/>
                <a:cs typeface="Arial"/>
              </a:defRPr>
            </a:lvl7pPr>
            <a:lvl8pPr algn="l">
              <a:buNone/>
              <a:defRPr sz="3450" b="1">
                <a:solidFill>
                  <a:srgbClr val="143D28"/>
                </a:solidFill>
                <a:latin typeface="Arial"/>
                <a:ea typeface="Arial"/>
                <a:cs typeface="Arial"/>
              </a:defRPr>
            </a:lvl8pPr>
            <a:lvl9pPr algn="l">
              <a:buNone/>
              <a:defRPr sz="3450" b="1">
                <a:solidFill>
                  <a:srgbClr val="143D28"/>
                </a:solidFill>
                <a:latin typeface="Arial"/>
                <a:ea typeface="Arial"/>
                <a:cs typeface="Arial"/>
              </a:defRPr>
            </a:lvl9pPr>
          </a:lstStyle>
          <a:p xmlns:a="http://schemas.openxmlformats.org/drawingml/2006/main">
            <a:pPr algn="l">
              <a:buNone/>
              <a:defRPr sz="1350" b="0">
                <a:solidFill>
                  <a:srgbClr val="64756A"/>
                </a:solidFill>
                <a:latin typeface="Arial"/>
                <a:ea typeface="Arial"/>
                <a:cs typeface="Arial"/>
              </a:defRPr>
            </a:pPr>
            <a:r>
              <a:rPr sz="1350" b="0">
                <a:solidFill>
                  <a:srgbClr val="64756A"/>
                </a:solidFill>
                <a:latin typeface="Arial"/>
                <a:ea typeface="Arial"/>
                <a:cs typeface="Arial"/>
              </a:rPr>
              <a:t>05 / 10</a:t>
            </a:r>
          </a:p>
        </p:txBody>
      </p:sp>
      <p:sp>
        <p:nvSpPr>
          <p:cNvPr id="2" name="KONTEN / GALERI">
            <a:extLst xmlns:a="http://schemas.openxmlformats.org/drawingml/2006/main">
              <a:ext uri="{FF2B5EF4-FFF2-40B4-BE49-F238E27FC236}">
                <a16:creationId xmlns:a16="http://schemas.microsoft.com/office/drawing/2014/main" id="{616BE8FE-0AE2-45A0-841F-6D8DAEE50D46}"/>
              </a:ext>
            </a:extLst>
          </p:cNvPr>
          <p:cNvSpPr>
            <a:spLocks xmlns:a="http://schemas.openxmlformats.org/drawingml/2006/main" noGrp="1"/>
          </p:cNvSpPr>
          <p:nvPr/>
        </p:nvSpPr>
        <p:spPr>
          <a:xfrm xmlns:a="http://schemas.openxmlformats.org/drawingml/2006/main">
            <a:off x="5334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425" b="1">
                <a:solidFill>
                  <a:srgbClr val="B38B4F"/>
                </a:solidFill>
                <a:latin typeface="Arial"/>
                <a:ea typeface="Arial"/>
                <a:cs typeface="Arial"/>
              </a:defRPr>
            </a:defPPr>
            <a:lvl1pPr algn="l">
              <a:buNone/>
              <a:defRPr sz="1350" b="0">
                <a:solidFill>
                  <a:srgbClr val="52665A"/>
                </a:solidFill>
                <a:latin typeface="Arial"/>
                <a:ea typeface="Arial"/>
                <a:cs typeface="Arial"/>
              </a:defRPr>
            </a:lvl1pPr>
            <a:lvl2pPr algn="l">
              <a:buNone/>
              <a:defRPr sz="1350" b="0">
                <a:solidFill>
                  <a:srgbClr val="52665A"/>
                </a:solidFill>
                <a:latin typeface="Arial"/>
                <a:ea typeface="Arial"/>
                <a:cs typeface="Arial"/>
              </a:defRPr>
            </a:lvl2pPr>
            <a:lvl3pPr algn="l">
              <a:buNone/>
              <a:defRPr sz="1350" b="0">
                <a:solidFill>
                  <a:srgbClr val="52665A"/>
                </a:solidFill>
                <a:latin typeface="Arial"/>
                <a:ea typeface="Arial"/>
                <a:cs typeface="Arial"/>
              </a:defRPr>
            </a:lvl3pPr>
            <a:lvl4pPr algn="l">
              <a:buNone/>
              <a:defRPr sz="1350" b="0">
                <a:solidFill>
                  <a:srgbClr val="52665A"/>
                </a:solidFill>
                <a:latin typeface="Arial"/>
                <a:ea typeface="Arial"/>
                <a:cs typeface="Arial"/>
              </a:defRPr>
            </a:lvl4pPr>
            <a:lvl5pPr algn="l">
              <a:buNone/>
              <a:defRPr sz="1350" b="0">
                <a:solidFill>
                  <a:srgbClr val="52665A"/>
                </a:solidFill>
                <a:latin typeface="Arial"/>
                <a:ea typeface="Arial"/>
                <a:cs typeface="Arial"/>
              </a:defRPr>
            </a:lvl5pPr>
            <a:lvl6pPr algn="l">
              <a:buNone/>
              <a:defRPr sz="1350" b="0">
                <a:solidFill>
                  <a:srgbClr val="52665A"/>
                </a:solidFill>
                <a:latin typeface="Arial"/>
                <a:ea typeface="Arial"/>
                <a:cs typeface="Arial"/>
              </a:defRPr>
            </a:lvl6pPr>
            <a:lvl7pPr algn="l">
              <a:buNone/>
              <a:defRPr sz="1350" b="0">
                <a:solidFill>
                  <a:srgbClr val="52665A"/>
                </a:solidFill>
                <a:latin typeface="Arial"/>
                <a:ea typeface="Arial"/>
                <a:cs typeface="Arial"/>
              </a:defRPr>
            </a:lvl7pPr>
            <a:lvl8pPr algn="l">
              <a:buNone/>
              <a:defRPr sz="1350" b="0">
                <a:solidFill>
                  <a:srgbClr val="52665A"/>
                </a:solidFill>
                <a:latin typeface="Arial"/>
                <a:ea typeface="Arial"/>
                <a:cs typeface="Arial"/>
              </a:defRPr>
            </a:lvl8pPr>
            <a:lvl9pPr algn="l">
              <a:buNone/>
              <a:defRPr sz="1350" b="0">
                <a:solidFill>
                  <a:srgbClr val="52665A"/>
                </a:solidFill>
                <a:latin typeface="Arial"/>
                <a:ea typeface="Arial"/>
                <a:cs typeface="Arial"/>
              </a:defRPr>
            </a:lvl9pPr>
          </a:lstStyle>
          <a:p xmlns:a="http://schemas.openxmlformats.org/drawingml/2006/main">
            <a:pPr algn="l">
              <a:buNone/>
              <a:defRPr sz="1425" b="1">
                <a:solidFill>
                  <a:srgbClr val="B38B4F"/>
                </a:solidFill>
                <a:latin typeface="Arial"/>
                <a:ea typeface="Arial"/>
                <a:cs typeface="Arial"/>
              </a:defRPr>
            </a:pPr>
            <a:r>
              <a:rPr sz="1425" b="1">
                <a:solidFill>
                  <a:srgbClr val="B38B4F"/>
                </a:solidFill>
                <a:latin typeface="Arial"/>
                <a:ea typeface="Arial"/>
                <a:cs typeface="Arial"/>
              </a:rPr>
              <a:t>KONTEN / GALERI</a:t>
            </a:r>
          </a:p>
        </p:txBody>
      </p:sp>
      <p:sp>
        <p:nvSpPr>
          <p:cNvPr id="3" name="Foto dan video kegiatan">
            <a:extLst xmlns:a="http://schemas.openxmlformats.org/drawingml/2006/main">
              <a:ext uri="{FF2B5EF4-FFF2-40B4-BE49-F238E27FC236}">
                <a16:creationId xmlns:a16="http://schemas.microsoft.com/office/drawing/2014/main" id="{45406886-EB0C-48A8-A697-85392A12715A}"/>
              </a:ext>
            </a:extLst>
          </p:cNvPr>
          <p:cNvSpPr>
            <a:spLocks xmlns:a="http://schemas.openxmlformats.org/drawingml/2006/main" noGrp="1"/>
          </p:cNvSpPr>
          <p:nvPr/>
        </p:nvSpPr>
        <p:spPr>
          <a:xfrm xmlns:a="http://schemas.openxmlformats.org/drawingml/2006/main">
            <a:off x="533400" y="80962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050" b="1">
                <a:solidFill>
                  <a:srgbClr val="17382C"/>
                </a:solidFill>
                <a:latin typeface="Arial"/>
                <a:ea typeface="Arial"/>
                <a:cs typeface="Arial"/>
              </a:defRPr>
            </a:defPPr>
            <a:lvl1pPr algn="l">
              <a:buNone/>
              <a:defRPr sz="2250" b="1">
                <a:solidFill>
                  <a:srgbClr val="166534"/>
                </a:solidFill>
                <a:latin typeface="Arial"/>
                <a:ea typeface="Arial"/>
                <a:cs typeface="Arial"/>
              </a:defRPr>
            </a:lvl1pPr>
            <a:lvl2pPr algn="l">
              <a:buNone/>
              <a:defRPr sz="2250" b="1">
                <a:solidFill>
                  <a:srgbClr val="166534"/>
                </a:solidFill>
                <a:latin typeface="Arial"/>
                <a:ea typeface="Arial"/>
                <a:cs typeface="Arial"/>
              </a:defRPr>
            </a:lvl2pPr>
            <a:lvl3pPr algn="l">
              <a:buNone/>
              <a:defRPr sz="2250" b="1">
                <a:solidFill>
                  <a:srgbClr val="166534"/>
                </a:solidFill>
                <a:latin typeface="Arial"/>
                <a:ea typeface="Arial"/>
                <a:cs typeface="Arial"/>
              </a:defRPr>
            </a:lvl3pPr>
            <a:lvl4pPr algn="l">
              <a:buNone/>
              <a:defRPr sz="2250" b="1">
                <a:solidFill>
                  <a:srgbClr val="166534"/>
                </a:solidFill>
                <a:latin typeface="Arial"/>
                <a:ea typeface="Arial"/>
                <a:cs typeface="Arial"/>
              </a:defRPr>
            </a:lvl4pPr>
            <a:lvl5pPr algn="l">
              <a:buNone/>
              <a:defRPr sz="2250" b="1">
                <a:solidFill>
                  <a:srgbClr val="166534"/>
                </a:solidFill>
                <a:latin typeface="Arial"/>
                <a:ea typeface="Arial"/>
                <a:cs typeface="Arial"/>
              </a:defRPr>
            </a:lvl5pPr>
            <a:lvl6pPr algn="l">
              <a:buNone/>
              <a:defRPr sz="2250" b="1">
                <a:solidFill>
                  <a:srgbClr val="166534"/>
                </a:solidFill>
                <a:latin typeface="Arial"/>
                <a:ea typeface="Arial"/>
                <a:cs typeface="Arial"/>
              </a:defRPr>
            </a:lvl6pPr>
            <a:lvl7pPr algn="l">
              <a:buNone/>
              <a:defRPr sz="2250" b="1">
                <a:solidFill>
                  <a:srgbClr val="166534"/>
                </a:solidFill>
                <a:latin typeface="Arial"/>
                <a:ea typeface="Arial"/>
                <a:cs typeface="Arial"/>
              </a:defRPr>
            </a:lvl7pPr>
            <a:lvl8pPr algn="l">
              <a:buNone/>
              <a:defRPr sz="2250" b="1">
                <a:solidFill>
                  <a:srgbClr val="166534"/>
                </a:solidFill>
                <a:latin typeface="Arial"/>
                <a:ea typeface="Arial"/>
                <a:cs typeface="Arial"/>
              </a:defRPr>
            </a:lvl8pPr>
            <a:lvl9pPr algn="l">
              <a:buNone/>
              <a:defRPr sz="2250" b="1">
                <a:solidFill>
                  <a:srgbClr val="166534"/>
                </a:solidFill>
                <a:latin typeface="Arial"/>
                <a:ea typeface="Arial"/>
                <a:cs typeface="Arial"/>
              </a:defRPr>
            </a:lvl9pPr>
          </a:lstStyle>
          <a:p xmlns:a="http://schemas.openxmlformats.org/drawingml/2006/main">
            <a:pPr algn="l">
              <a:buNone/>
              <a:defRPr sz="4050" b="1">
                <a:solidFill>
                  <a:srgbClr val="17382C"/>
                </a:solidFill>
                <a:latin typeface="Arial"/>
                <a:ea typeface="Arial"/>
                <a:cs typeface="Arial"/>
              </a:defRPr>
            </a:pPr>
            <a:r>
              <a:rPr sz="4050" b="1">
                <a:solidFill>
                  <a:srgbClr val="17382C"/>
                </a:solidFill>
                <a:latin typeface="Arial"/>
                <a:ea typeface="Arial"/>
                <a:cs typeface="Arial"/>
              </a:rPr>
              <a:t>Foto dan video kegiatan</a:t>
            </a:r>
          </a:p>
        </p:txBody>
      </p:sp>
      <p:sp>
        <p:nvSpPr>
          <p:cNvPr id="4" name="Foto unggahan">
            <a:extLst xmlns:a="http://schemas.openxmlformats.org/drawingml/2006/main">
              <a:ext uri="{FF2B5EF4-FFF2-40B4-BE49-F238E27FC236}">
                <a16:creationId xmlns:a16="http://schemas.microsoft.com/office/drawing/2014/main" id="{F366B33F-25EB-4096-94D4-C89AC569E723}"/>
              </a:ext>
            </a:extLst>
          </p:cNvPr>
          <p:cNvSpPr>
            <a:spLocks xmlns:a="http://schemas.openxmlformats.org/drawingml/2006/main" noGrp="1"/>
          </p:cNvSpPr>
          <p:nvPr/>
        </p:nvSpPr>
        <p:spPr>
          <a:xfrm xmlns:a="http://schemas.openxmlformats.org/drawingml/2006/main">
            <a:off x="5124450" y="2028825"/>
            <a:ext cx="652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00" b="1">
                <a:solidFill>
                  <a:srgbClr val="17382C"/>
                </a:solidFill>
                <a:latin typeface="Arial"/>
                <a:ea typeface="Arial"/>
                <a:cs typeface="Arial"/>
              </a:defRPr>
            </a:defPPr>
            <a:lvl1pPr algn="l">
              <a:buNone/>
              <a:defRPr sz="2100" b="0">
                <a:solidFill>
                  <a:srgbClr val="253E30"/>
                </a:solidFill>
                <a:latin typeface="Arial"/>
                <a:ea typeface="Arial"/>
                <a:cs typeface="Arial"/>
              </a:defRPr>
            </a:lvl1pPr>
            <a:lvl2pPr algn="l">
              <a:buNone/>
              <a:defRPr sz="2100" b="0">
                <a:solidFill>
                  <a:srgbClr val="253E30"/>
                </a:solidFill>
                <a:latin typeface="Arial"/>
                <a:ea typeface="Arial"/>
                <a:cs typeface="Arial"/>
              </a:defRPr>
            </a:lvl2pPr>
            <a:lvl3pPr algn="l">
              <a:buNone/>
              <a:defRPr sz="2100" b="0">
                <a:solidFill>
                  <a:srgbClr val="253E30"/>
                </a:solidFill>
                <a:latin typeface="Arial"/>
                <a:ea typeface="Arial"/>
                <a:cs typeface="Arial"/>
              </a:defRPr>
            </a:lvl3pPr>
            <a:lvl4pPr algn="l">
              <a:buNone/>
              <a:defRPr sz="2100" b="0">
                <a:solidFill>
                  <a:srgbClr val="253E30"/>
                </a:solidFill>
                <a:latin typeface="Arial"/>
                <a:ea typeface="Arial"/>
                <a:cs typeface="Arial"/>
              </a:defRPr>
            </a:lvl4pPr>
            <a:lvl5pPr algn="l">
              <a:buNone/>
              <a:defRPr sz="2100" b="0">
                <a:solidFill>
                  <a:srgbClr val="253E30"/>
                </a:solidFill>
                <a:latin typeface="Arial"/>
                <a:ea typeface="Arial"/>
                <a:cs typeface="Arial"/>
              </a:defRPr>
            </a:lvl5pPr>
            <a:lvl6pPr algn="l">
              <a:buNone/>
              <a:defRPr sz="2100" b="0">
                <a:solidFill>
                  <a:srgbClr val="253E30"/>
                </a:solidFill>
                <a:latin typeface="Arial"/>
                <a:ea typeface="Arial"/>
                <a:cs typeface="Arial"/>
              </a:defRPr>
            </a:lvl6pPr>
            <a:lvl7pPr algn="l">
              <a:buNone/>
              <a:defRPr sz="2100" b="0">
                <a:solidFill>
                  <a:srgbClr val="253E30"/>
                </a:solidFill>
                <a:latin typeface="Arial"/>
                <a:ea typeface="Arial"/>
                <a:cs typeface="Arial"/>
              </a:defRPr>
            </a:lvl7pPr>
            <a:lvl8pPr algn="l">
              <a:buNone/>
              <a:defRPr sz="2100" b="0">
                <a:solidFill>
                  <a:srgbClr val="253E30"/>
                </a:solidFill>
                <a:latin typeface="Arial"/>
                <a:ea typeface="Arial"/>
                <a:cs typeface="Arial"/>
              </a:defRPr>
            </a:lvl8pPr>
            <a:lvl9pPr algn="l">
              <a:buNone/>
              <a:defRPr sz="2100" b="0">
                <a:solidFill>
                  <a:srgbClr val="253E30"/>
                </a:solidFill>
                <a:latin typeface="Arial"/>
                <a:ea typeface="Arial"/>
                <a:cs typeface="Arial"/>
              </a:defRPr>
            </a:lvl9pPr>
          </a:lstStyle>
          <a:p xmlns:a="http://schemas.openxmlformats.org/drawingml/2006/main">
            <a:pPr algn="l">
              <a:buNone/>
              <a:defRPr sz="2700" b="1">
                <a:solidFill>
                  <a:srgbClr val="17382C"/>
                </a:solidFill>
                <a:latin typeface="Arial"/>
                <a:ea typeface="Arial"/>
                <a:cs typeface="Arial"/>
              </a:defRPr>
            </a:pPr>
            <a:r>
              <a:rPr sz="2700" b="1">
                <a:solidFill>
                  <a:srgbClr val="17382C"/>
                </a:solidFill>
                <a:latin typeface="Arial"/>
                <a:ea typeface="Arial"/>
                <a:cs typeface="Arial"/>
              </a:rPr>
              <a:t>Foto unggahan</a:t>
            </a:r>
          </a:p>
        </p:txBody>
      </p:sp>
      <p:sp>
        <p:nvSpPr>
          <p:cNvPr id="5" name="Tambah foto → judul &amp; kategori&#10;→ pilih foto → Simpan foto">
            <a:extLst xmlns:a="http://schemas.openxmlformats.org/drawingml/2006/main">
              <a:ext uri="{FF2B5EF4-FFF2-40B4-BE49-F238E27FC236}">
                <a16:creationId xmlns:a16="http://schemas.microsoft.com/office/drawing/2014/main" id="{1355028F-BBE9-4512-9B04-F9BF48525B2C}"/>
              </a:ext>
            </a:extLst>
          </p:cNvPr>
          <p:cNvSpPr>
            <a:spLocks xmlns:a="http://schemas.openxmlformats.org/drawingml/2006/main" noGrp="1"/>
          </p:cNvSpPr>
          <p:nvPr/>
        </p:nvSpPr>
        <p:spPr>
          <a:xfrm xmlns:a="http://schemas.openxmlformats.org/drawingml/2006/main">
            <a:off x="5124450" y="2667000"/>
            <a:ext cx="6524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0">
                <a:solidFill>
                  <a:srgbClr val="64756A"/>
                </a:solidFill>
                <a:latin typeface="Arial"/>
                <a:ea typeface="Arial"/>
                <a:cs typeface="Arial"/>
              </a:defRPr>
            </a:defPPr>
            <a:lvl1pPr algn="l">
              <a:buNone/>
              <a:defRPr sz="2250" b="1">
                <a:solidFill>
                  <a:srgbClr val="166534"/>
                </a:solidFill>
                <a:latin typeface="Arial"/>
                <a:ea typeface="Arial"/>
                <a:cs typeface="Arial"/>
              </a:defRPr>
            </a:lvl1pPr>
            <a:lvl2pPr algn="l">
              <a:buNone/>
              <a:defRPr sz="2250" b="1">
                <a:solidFill>
                  <a:srgbClr val="166534"/>
                </a:solidFill>
                <a:latin typeface="Arial"/>
                <a:ea typeface="Arial"/>
                <a:cs typeface="Arial"/>
              </a:defRPr>
            </a:lvl2pPr>
            <a:lvl3pPr algn="l">
              <a:buNone/>
              <a:defRPr sz="2250" b="1">
                <a:solidFill>
                  <a:srgbClr val="166534"/>
                </a:solidFill>
                <a:latin typeface="Arial"/>
                <a:ea typeface="Arial"/>
                <a:cs typeface="Arial"/>
              </a:defRPr>
            </a:lvl3pPr>
            <a:lvl4pPr algn="l">
              <a:buNone/>
              <a:defRPr sz="2250" b="1">
                <a:solidFill>
                  <a:srgbClr val="166534"/>
                </a:solidFill>
                <a:latin typeface="Arial"/>
                <a:ea typeface="Arial"/>
                <a:cs typeface="Arial"/>
              </a:defRPr>
            </a:lvl4pPr>
            <a:lvl5pPr algn="l">
              <a:buNone/>
              <a:defRPr sz="2250" b="1">
                <a:solidFill>
                  <a:srgbClr val="166534"/>
                </a:solidFill>
                <a:latin typeface="Arial"/>
                <a:ea typeface="Arial"/>
                <a:cs typeface="Arial"/>
              </a:defRPr>
            </a:lvl5pPr>
            <a:lvl6pPr algn="l">
              <a:buNone/>
              <a:defRPr sz="2250" b="1">
                <a:solidFill>
                  <a:srgbClr val="166534"/>
                </a:solidFill>
                <a:latin typeface="Arial"/>
                <a:ea typeface="Arial"/>
                <a:cs typeface="Arial"/>
              </a:defRPr>
            </a:lvl6pPr>
            <a:lvl7pPr algn="l">
              <a:buNone/>
              <a:defRPr sz="2250" b="1">
                <a:solidFill>
                  <a:srgbClr val="166534"/>
                </a:solidFill>
                <a:latin typeface="Arial"/>
                <a:ea typeface="Arial"/>
                <a:cs typeface="Arial"/>
              </a:defRPr>
            </a:lvl7pPr>
            <a:lvl8pPr algn="l">
              <a:buNone/>
              <a:defRPr sz="2250" b="1">
                <a:solidFill>
                  <a:srgbClr val="166534"/>
                </a:solidFill>
                <a:latin typeface="Arial"/>
                <a:ea typeface="Arial"/>
                <a:cs typeface="Arial"/>
              </a:defRPr>
            </a:lvl8pPr>
            <a:lvl9pPr algn="l">
              <a:buNone/>
              <a:defRPr sz="2250" b="1">
                <a:solidFill>
                  <a:srgbClr val="166534"/>
                </a:solidFill>
                <a:latin typeface="Arial"/>
                <a:ea typeface="Arial"/>
                <a:cs typeface="Arial"/>
              </a:defRPr>
            </a:lvl9pPr>
          </a:lstStyle>
          <a:p xmlns:a="http://schemas.openxmlformats.org/drawingml/2006/main">
            <a:pPr algn="l">
              <a:buNone/>
              <a:defRPr sz="2325" b="0">
                <a:solidFill>
                  <a:srgbClr val="64756A"/>
                </a:solidFill>
                <a:latin typeface="Arial"/>
                <a:ea typeface="Arial"/>
                <a:cs typeface="Arial"/>
              </a:defRPr>
            </a:pPr>
            <a:r>
              <a:rPr sz="2325" b="0">
                <a:solidFill>
                  <a:srgbClr val="64756A"/>
                </a:solidFill>
                <a:latin typeface="Arial"/>
                <a:ea typeface="Arial"/>
                <a:cs typeface="Arial"/>
              </a:rPr>
              <a:t>Tambah foto → judul &amp; kategori</a:t>
            </a:r>
          </a:p>
          <a:p xmlns:a="http://schemas.openxmlformats.org/drawingml/2006/main">
            <a:pPr algn="l">
              <a:buNone/>
              <a:defRPr sz="2325" b="0">
                <a:solidFill>
                  <a:srgbClr val="64756A"/>
                </a:solidFill>
                <a:latin typeface="Arial"/>
                <a:ea typeface="Arial"/>
                <a:cs typeface="Arial"/>
              </a:defRPr>
            </a:pPr>
            <a:r>
              <a:rPr sz="2325" b="0">
                <a:solidFill>
                  <a:srgbClr val="64756A"/>
                </a:solidFill>
                <a:latin typeface="Arial"/>
                <a:ea typeface="Arial"/>
                <a:cs typeface="Arial"/>
              </a:rPr>
              <a:t>→ pilih foto → Simpan foto</a:t>
            </a:r>
          </a:p>
        </p:txBody>
      </p:sp>
      <p:sp>
        <p:nvSpPr>
          <p:cNvPr id="6" name="Video">
            <a:extLst xmlns:a="http://schemas.openxmlformats.org/drawingml/2006/main">
              <a:ext uri="{FF2B5EF4-FFF2-40B4-BE49-F238E27FC236}">
                <a16:creationId xmlns:a16="http://schemas.microsoft.com/office/drawing/2014/main" id="{FB71BAF3-85A1-4103-8877-26E0EADE5A61}"/>
              </a:ext>
            </a:extLst>
          </p:cNvPr>
          <p:cNvSpPr>
            <a:spLocks xmlns:a="http://schemas.openxmlformats.org/drawingml/2006/main" noGrp="1"/>
          </p:cNvSpPr>
          <p:nvPr/>
        </p:nvSpPr>
        <p:spPr>
          <a:xfrm xmlns:a="http://schemas.openxmlformats.org/drawingml/2006/main">
            <a:off x="5124450" y="4076700"/>
            <a:ext cx="652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00" b="1">
                <a:solidFill>
                  <a:srgbClr val="17382C"/>
                </a:solidFill>
                <a:latin typeface="Arial"/>
                <a:ea typeface="Arial"/>
                <a:cs typeface="Arial"/>
              </a:defRPr>
            </a:defPPr>
            <a:lvl1pPr algn="l">
              <a:buNone/>
              <a:defRPr sz="2100" b="0">
                <a:solidFill>
                  <a:srgbClr val="253E30"/>
                </a:solidFill>
                <a:latin typeface="Arial"/>
                <a:ea typeface="Arial"/>
                <a:cs typeface="Arial"/>
              </a:defRPr>
            </a:lvl1pPr>
            <a:lvl2pPr algn="l">
              <a:buNone/>
              <a:defRPr sz="2100" b="0">
                <a:solidFill>
                  <a:srgbClr val="253E30"/>
                </a:solidFill>
                <a:latin typeface="Arial"/>
                <a:ea typeface="Arial"/>
                <a:cs typeface="Arial"/>
              </a:defRPr>
            </a:lvl2pPr>
            <a:lvl3pPr algn="l">
              <a:buNone/>
              <a:defRPr sz="2100" b="0">
                <a:solidFill>
                  <a:srgbClr val="253E30"/>
                </a:solidFill>
                <a:latin typeface="Arial"/>
                <a:ea typeface="Arial"/>
                <a:cs typeface="Arial"/>
              </a:defRPr>
            </a:lvl3pPr>
            <a:lvl4pPr algn="l">
              <a:buNone/>
              <a:defRPr sz="2100" b="0">
                <a:solidFill>
                  <a:srgbClr val="253E30"/>
                </a:solidFill>
                <a:latin typeface="Arial"/>
                <a:ea typeface="Arial"/>
                <a:cs typeface="Arial"/>
              </a:defRPr>
            </a:lvl4pPr>
            <a:lvl5pPr algn="l">
              <a:buNone/>
              <a:defRPr sz="2100" b="0">
                <a:solidFill>
                  <a:srgbClr val="253E30"/>
                </a:solidFill>
                <a:latin typeface="Arial"/>
                <a:ea typeface="Arial"/>
                <a:cs typeface="Arial"/>
              </a:defRPr>
            </a:lvl5pPr>
            <a:lvl6pPr algn="l">
              <a:buNone/>
              <a:defRPr sz="2100" b="0">
                <a:solidFill>
                  <a:srgbClr val="253E30"/>
                </a:solidFill>
                <a:latin typeface="Arial"/>
                <a:ea typeface="Arial"/>
                <a:cs typeface="Arial"/>
              </a:defRPr>
            </a:lvl6pPr>
            <a:lvl7pPr algn="l">
              <a:buNone/>
              <a:defRPr sz="2100" b="0">
                <a:solidFill>
                  <a:srgbClr val="253E30"/>
                </a:solidFill>
                <a:latin typeface="Arial"/>
                <a:ea typeface="Arial"/>
                <a:cs typeface="Arial"/>
              </a:defRPr>
            </a:lvl7pPr>
            <a:lvl8pPr algn="l">
              <a:buNone/>
              <a:defRPr sz="2100" b="0">
                <a:solidFill>
                  <a:srgbClr val="253E30"/>
                </a:solidFill>
                <a:latin typeface="Arial"/>
                <a:ea typeface="Arial"/>
                <a:cs typeface="Arial"/>
              </a:defRPr>
            </a:lvl8pPr>
            <a:lvl9pPr algn="l">
              <a:buNone/>
              <a:defRPr sz="2100" b="0">
                <a:solidFill>
                  <a:srgbClr val="253E30"/>
                </a:solidFill>
                <a:latin typeface="Arial"/>
                <a:ea typeface="Arial"/>
                <a:cs typeface="Arial"/>
              </a:defRPr>
            </a:lvl9pPr>
          </a:lstStyle>
          <a:p xmlns:a="http://schemas.openxmlformats.org/drawingml/2006/main">
            <a:pPr algn="l">
              <a:buNone/>
              <a:defRPr sz="2700" b="1">
                <a:solidFill>
                  <a:srgbClr val="17382C"/>
                </a:solidFill>
                <a:latin typeface="Arial"/>
                <a:ea typeface="Arial"/>
                <a:cs typeface="Arial"/>
              </a:defRPr>
            </a:pPr>
            <a:r>
              <a:rPr sz="2700" b="1">
                <a:solidFill>
                  <a:srgbClr val="17382C"/>
                </a:solidFill>
                <a:latin typeface="Arial"/>
                <a:ea typeface="Arial"/>
                <a:cs typeface="Arial"/>
              </a:rPr>
              <a:t>Video</a:t>
            </a:r>
          </a:p>
        </p:txBody>
      </p:sp>
      <p:sp>
        <p:nvSpPr>
          <p:cNvPr id="7" name="Tautan YouTube → Simpan video">
            <a:extLst xmlns:a="http://schemas.openxmlformats.org/drawingml/2006/main">
              <a:ext uri="{FF2B5EF4-FFF2-40B4-BE49-F238E27FC236}">
                <a16:creationId xmlns:a16="http://schemas.microsoft.com/office/drawing/2014/main" id="{020B9881-74FC-4882-B930-188A54AAC277}"/>
              </a:ext>
            </a:extLst>
          </p:cNvPr>
          <p:cNvSpPr>
            <a:spLocks xmlns:a="http://schemas.openxmlformats.org/drawingml/2006/main" noGrp="1"/>
          </p:cNvSpPr>
          <p:nvPr/>
        </p:nvSpPr>
        <p:spPr>
          <a:xfrm xmlns:a="http://schemas.openxmlformats.org/drawingml/2006/main">
            <a:off x="5124450" y="4714875"/>
            <a:ext cx="6524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0">
                <a:solidFill>
                  <a:srgbClr val="64756A"/>
                </a:solidFill>
                <a:latin typeface="Arial"/>
                <a:ea typeface="Arial"/>
                <a:cs typeface="Arial"/>
              </a:defRPr>
            </a:defPPr>
            <a:lvl1pPr algn="l">
              <a:buNone/>
              <a:defRPr sz="2100" b="1">
                <a:solidFill>
                  <a:srgbClr val="166534"/>
                </a:solidFill>
                <a:latin typeface="Arial"/>
                <a:ea typeface="Arial"/>
                <a:cs typeface="Arial"/>
              </a:defRPr>
            </a:lvl1pPr>
            <a:lvl2pPr algn="l">
              <a:buNone/>
              <a:defRPr sz="2100" b="1">
                <a:solidFill>
                  <a:srgbClr val="166534"/>
                </a:solidFill>
                <a:latin typeface="Arial"/>
                <a:ea typeface="Arial"/>
                <a:cs typeface="Arial"/>
              </a:defRPr>
            </a:lvl2pPr>
            <a:lvl3pPr algn="l">
              <a:buNone/>
              <a:defRPr sz="2100" b="1">
                <a:solidFill>
                  <a:srgbClr val="166534"/>
                </a:solidFill>
                <a:latin typeface="Arial"/>
                <a:ea typeface="Arial"/>
                <a:cs typeface="Arial"/>
              </a:defRPr>
            </a:lvl3pPr>
            <a:lvl4pPr algn="l">
              <a:buNone/>
              <a:defRPr sz="2100" b="1">
                <a:solidFill>
                  <a:srgbClr val="166534"/>
                </a:solidFill>
                <a:latin typeface="Arial"/>
                <a:ea typeface="Arial"/>
                <a:cs typeface="Arial"/>
              </a:defRPr>
            </a:lvl4pPr>
            <a:lvl5pPr algn="l">
              <a:buNone/>
              <a:defRPr sz="2100" b="1">
                <a:solidFill>
                  <a:srgbClr val="166534"/>
                </a:solidFill>
                <a:latin typeface="Arial"/>
                <a:ea typeface="Arial"/>
                <a:cs typeface="Arial"/>
              </a:defRPr>
            </a:lvl5pPr>
            <a:lvl6pPr algn="l">
              <a:buNone/>
              <a:defRPr sz="2100" b="1">
                <a:solidFill>
                  <a:srgbClr val="166534"/>
                </a:solidFill>
                <a:latin typeface="Arial"/>
                <a:ea typeface="Arial"/>
                <a:cs typeface="Arial"/>
              </a:defRPr>
            </a:lvl6pPr>
            <a:lvl7pPr algn="l">
              <a:buNone/>
              <a:defRPr sz="2100" b="1">
                <a:solidFill>
                  <a:srgbClr val="166534"/>
                </a:solidFill>
                <a:latin typeface="Arial"/>
                <a:ea typeface="Arial"/>
                <a:cs typeface="Arial"/>
              </a:defRPr>
            </a:lvl7pPr>
            <a:lvl8pPr algn="l">
              <a:buNone/>
              <a:defRPr sz="2100" b="1">
                <a:solidFill>
                  <a:srgbClr val="166534"/>
                </a:solidFill>
                <a:latin typeface="Arial"/>
                <a:ea typeface="Arial"/>
                <a:cs typeface="Arial"/>
              </a:defRPr>
            </a:lvl8pPr>
            <a:lvl9pPr algn="l">
              <a:buNone/>
              <a:defRPr sz="2100" b="1">
                <a:solidFill>
                  <a:srgbClr val="166534"/>
                </a:solidFill>
                <a:latin typeface="Arial"/>
                <a:ea typeface="Arial"/>
                <a:cs typeface="Arial"/>
              </a:defRPr>
            </a:lvl9pPr>
          </a:lstStyle>
          <a:p xmlns:a="http://schemas.openxmlformats.org/drawingml/2006/main">
            <a:pPr algn="l">
              <a:buNone/>
              <a:defRPr sz="2325" b="0">
                <a:solidFill>
                  <a:srgbClr val="64756A"/>
                </a:solidFill>
                <a:latin typeface="Arial"/>
                <a:ea typeface="Arial"/>
                <a:cs typeface="Arial"/>
              </a:defRPr>
            </a:pPr>
            <a:r>
              <a:rPr sz="2325" b="0">
                <a:solidFill>
                  <a:srgbClr val="64756A"/>
                </a:solidFill>
                <a:latin typeface="Arial"/>
                <a:ea typeface="Arial"/>
                <a:cs typeface="Arial"/>
              </a:rPr>
              <a:t>Tautan YouTube → Simpan video</a:t>
            </a:r>
          </a:p>
        </p:txBody>
      </p:sp>
      <p:pic>
        <p:nvPicPr>
          <p:cNvPr id="8" name="">
            <a:extLst xmlns:a="http://schemas.openxmlformats.org/drawingml/2006/main">
              <a:ext uri="{FF2B5EF4-FFF2-40B4-BE49-F238E27FC236}">
                <a16:creationId xmlns:a16="http://schemas.microsoft.com/office/drawing/2014/main" id="{B387C7A0-966B-40FA-93B7-7E294C8381DD}"/>
              </a:ext>
            </a:extLst>
          </p:cNvPr>
          <p:cNvPicPr>
            <a:picLocks xmlns:a="http://schemas.openxmlformats.org/drawingml/2006/main" noChangeAspect="1"/>
          </p:cNvPicPr>
          <p:nvPr/>
        </p:nvPicPr>
        <p:blipFill>
          <a:blip xmlns:r="http://schemas.openxmlformats.org/officeDocument/2006/relationships" xmlns:a="http://schemas.openxmlformats.org/drawingml/2006/main" r:embed="Rce86d5683b854180"/>
          <a:srcRect xmlns:a="http://schemas.openxmlformats.org/drawingml/2006/main" l="32292" t="17442" r="32292" b="9884"/>
          <a:stretch xmlns:a="http://schemas.openxmlformats.org/drawingml/2006/main"/>
        </p:blipFill>
        <p:spPr>
          <a:xfrm xmlns:a="http://schemas.openxmlformats.org/drawingml/2006/main">
            <a:off x="533400" y="1866900"/>
            <a:ext cx="3860292" cy="4257675"/>
          </a:xfrm>
          <a:prstGeom xmlns:a="http://schemas.openxmlformats.org/drawingml/2006/main" prst="rect">
            <a:avLst/>
          </a:prstGeom>
        </p:spPr>
      </p:pic>
      <p:sp>
        <p:nvSpPr>
          <p:cNvPr id="10" name="Galeri langsung disimpan, tanpa tahap draft.">
            <a:extLst xmlns:a="http://schemas.openxmlformats.org/drawingml/2006/main">
              <a:ext uri="{FF2B5EF4-FFF2-40B4-BE49-F238E27FC236}">
                <a16:creationId xmlns:a16="http://schemas.microsoft.com/office/drawing/2014/main" id="{2871E255-ACBB-42CC-8280-595E479EF030}"/>
              </a:ext>
            </a:extLst>
          </p:cNvPr>
          <p:cNvSpPr>
            <a:spLocks xmlns:a="http://schemas.openxmlformats.org/drawingml/2006/main" noGrp="1"/>
          </p:cNvSpPr>
          <p:nvPr/>
        </p:nvSpPr>
        <p:spPr>
          <a:xfrm xmlns:a="http://schemas.openxmlformats.org/drawingml/2006/main">
            <a:off x="5124450" y="5762625"/>
            <a:ext cx="6524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1">
                <a:solidFill>
                  <a:srgbClr val="B38B4F"/>
                </a:solidFill>
                <a:latin typeface="Arial"/>
                <a:ea typeface="Arial"/>
                <a:cs typeface="Arial"/>
              </a:defRPr>
            </a:defPPr>
            <a:lvl1pPr algn="l">
              <a:defRPr sz="1950" b="1">
                <a:solidFill>
                  <a:srgbClr val="B38B4F"/>
                </a:solidFill>
                <a:latin typeface="Arial"/>
                <a:ea typeface="Arial"/>
                <a:cs typeface="Arial"/>
              </a:defRPr>
            </a:lvl1pPr>
            <a:lvl2pPr algn="l">
              <a:defRPr sz="1950" b="1">
                <a:solidFill>
                  <a:srgbClr val="B38B4F"/>
                </a:solidFill>
                <a:latin typeface="Arial"/>
                <a:ea typeface="Arial"/>
                <a:cs typeface="Arial"/>
              </a:defRPr>
            </a:lvl2pPr>
            <a:lvl3pPr algn="l">
              <a:defRPr sz="1950" b="1">
                <a:solidFill>
                  <a:srgbClr val="B38B4F"/>
                </a:solidFill>
                <a:latin typeface="Arial"/>
                <a:ea typeface="Arial"/>
                <a:cs typeface="Arial"/>
              </a:defRPr>
            </a:lvl3pPr>
            <a:lvl4pPr algn="l">
              <a:defRPr sz="1950" b="1">
                <a:solidFill>
                  <a:srgbClr val="B38B4F"/>
                </a:solidFill>
                <a:latin typeface="Arial"/>
                <a:ea typeface="Arial"/>
                <a:cs typeface="Arial"/>
              </a:defRPr>
            </a:lvl4pPr>
            <a:lvl5pPr algn="l">
              <a:defRPr sz="1950" b="1">
                <a:solidFill>
                  <a:srgbClr val="B38B4F"/>
                </a:solidFill>
                <a:latin typeface="Arial"/>
                <a:ea typeface="Arial"/>
                <a:cs typeface="Arial"/>
              </a:defRPr>
            </a:lvl5pPr>
            <a:lvl6pPr algn="l">
              <a:defRPr sz="1950" b="1">
                <a:solidFill>
                  <a:srgbClr val="B38B4F"/>
                </a:solidFill>
                <a:latin typeface="Arial"/>
                <a:ea typeface="Arial"/>
                <a:cs typeface="Arial"/>
              </a:defRPr>
            </a:lvl6pPr>
            <a:lvl7pPr algn="l">
              <a:defRPr sz="1950" b="1">
                <a:solidFill>
                  <a:srgbClr val="B38B4F"/>
                </a:solidFill>
                <a:latin typeface="Arial"/>
                <a:ea typeface="Arial"/>
                <a:cs typeface="Arial"/>
              </a:defRPr>
            </a:lvl7pPr>
            <a:lvl8pPr algn="l">
              <a:defRPr sz="1950" b="1">
                <a:solidFill>
                  <a:srgbClr val="B38B4F"/>
                </a:solidFill>
                <a:latin typeface="Arial"/>
                <a:ea typeface="Arial"/>
                <a:cs typeface="Arial"/>
              </a:defRPr>
            </a:lvl8pPr>
            <a:lvl9pPr algn="l">
              <a:defRPr sz="1950" b="1">
                <a:solidFill>
                  <a:srgbClr val="B38B4F"/>
                </a:solidFill>
                <a:latin typeface="Arial"/>
                <a:ea typeface="Arial"/>
                <a:cs typeface="Arial"/>
              </a:defRPr>
            </a:lvl9pPr>
          </a:lstStyle>
          <a:p xmlns:a="http://schemas.openxmlformats.org/drawingml/2006/main">
            <a:pPr algn="l">
              <a:defRPr sz="1950" b="1">
                <a:solidFill>
                  <a:srgbClr val="B38B4F"/>
                </a:solidFill>
                <a:latin typeface="Arial"/>
                <a:ea typeface="Arial"/>
                <a:cs typeface="Arial"/>
              </a:defRPr>
            </a:pPr>
            <a:r>
              <a:rPr sz="1950" b="1">
                <a:solidFill>
                  <a:srgbClr val="B38B4F"/>
                </a:solidFill>
                <a:latin typeface="Arial"/>
                <a:ea typeface="Arial"/>
                <a:cs typeface="Arial"/>
              </a:rPr>
              <a:t>Galeri langsung disimpan, tanpa tahap draft.</a:t>
            </a:r>
          </a:p>
        </p:txBody>
      </p:sp>
    </p:spTree>
    <p:extLst>
      <p:ext uri="{BB962C8B-B14F-4D97-AF65-F5344CB8AC3E}">
        <p14:creationId xmlns:p14="http://schemas.microsoft.com/office/powerpoint/2010/main" val="1534860943"/>
      </p:ext>
    </p:extLst>
  </p:cSld>
</p:sld>
</file>

<file path=ppt/slides/slide6.xml><?xml version="1.0" encoding="utf-8"?>
<p:sld xmlns:p="http://schemas.openxmlformats.org/presentationml/2006/main">
  <p:cSld>
    <p:bg>
      <p:bgPr>
        <a:solidFill xmlns:a="http://schemas.openxmlformats.org/drawingml/2006/main">
          <a:srgbClr val="0B3026"/>
        </a:solidFill>
      </p:bgPr>
    </p:bg>
    <p:spTree>
      <p:nvGrpSpPr>
        <p:cNvPr id="1" name=""/>
        <p:cNvGrpSpPr/>
        <p:nvPr/>
      </p:nvGrpSpPr>
      <p:grpSpPr>
        <a:xfrm xmlns:a="http://schemas.openxmlformats.org/drawingml/2006/main"/>
      </p:grpSpPr>
      <p:sp>
        <p:nvSpPr>
          <p:cNvPr id="8" name="06 / 10">
            <a:extLst xmlns:a="http://schemas.openxmlformats.org/drawingml/2006/main">
              <a:ext uri="{FF2B5EF4-FFF2-40B4-BE49-F238E27FC236}">
                <a16:creationId xmlns:a16="http://schemas.microsoft.com/office/drawing/2014/main" id="{9419D8AC-A5EB-4430-AC5C-D54976EA1E8B}"/>
              </a:ext>
            </a:extLst>
          </p:cNvPr>
          <p:cNvSpPr>
            <a:spLocks xmlns:a="http://schemas.openxmlformats.org/drawingml/2006/main" noGrp="1"/>
          </p:cNvSpPr>
          <p:nvPr/>
        </p:nvSpPr>
        <p:spPr>
          <a:xfrm xmlns:a="http://schemas.openxmlformats.org/drawingml/2006/main">
            <a:off x="10839450" y="640080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D5E1D7"/>
                </a:solidFill>
                <a:latin typeface="Arial"/>
                <a:ea typeface="Arial"/>
                <a:cs typeface="Arial"/>
              </a:defRPr>
            </a:defPPr>
            <a:lvl1pPr algn="l">
              <a:buNone/>
              <a:defRPr sz="3450" b="1">
                <a:solidFill>
                  <a:srgbClr val="143D28"/>
                </a:solidFill>
                <a:latin typeface="Arial"/>
                <a:ea typeface="Arial"/>
                <a:cs typeface="Arial"/>
              </a:defRPr>
            </a:lvl1pPr>
            <a:lvl2pPr algn="l">
              <a:buNone/>
              <a:defRPr sz="3450" b="1">
                <a:solidFill>
                  <a:srgbClr val="143D28"/>
                </a:solidFill>
                <a:latin typeface="Arial"/>
                <a:ea typeface="Arial"/>
                <a:cs typeface="Arial"/>
              </a:defRPr>
            </a:lvl2pPr>
            <a:lvl3pPr algn="l">
              <a:buNone/>
              <a:defRPr sz="3450" b="1">
                <a:solidFill>
                  <a:srgbClr val="143D28"/>
                </a:solidFill>
                <a:latin typeface="Arial"/>
                <a:ea typeface="Arial"/>
                <a:cs typeface="Arial"/>
              </a:defRPr>
            </a:lvl3pPr>
            <a:lvl4pPr algn="l">
              <a:buNone/>
              <a:defRPr sz="3450" b="1">
                <a:solidFill>
                  <a:srgbClr val="143D28"/>
                </a:solidFill>
                <a:latin typeface="Arial"/>
                <a:ea typeface="Arial"/>
                <a:cs typeface="Arial"/>
              </a:defRPr>
            </a:lvl4pPr>
            <a:lvl5pPr algn="l">
              <a:buNone/>
              <a:defRPr sz="3450" b="1">
                <a:solidFill>
                  <a:srgbClr val="143D28"/>
                </a:solidFill>
                <a:latin typeface="Arial"/>
                <a:ea typeface="Arial"/>
                <a:cs typeface="Arial"/>
              </a:defRPr>
            </a:lvl5pPr>
            <a:lvl6pPr algn="l">
              <a:buNone/>
              <a:defRPr sz="3450" b="1">
                <a:solidFill>
                  <a:srgbClr val="143D28"/>
                </a:solidFill>
                <a:latin typeface="Arial"/>
                <a:ea typeface="Arial"/>
                <a:cs typeface="Arial"/>
              </a:defRPr>
            </a:lvl6pPr>
            <a:lvl7pPr algn="l">
              <a:buNone/>
              <a:defRPr sz="3450" b="1">
                <a:solidFill>
                  <a:srgbClr val="143D28"/>
                </a:solidFill>
                <a:latin typeface="Arial"/>
                <a:ea typeface="Arial"/>
                <a:cs typeface="Arial"/>
              </a:defRPr>
            </a:lvl7pPr>
            <a:lvl8pPr algn="l">
              <a:buNone/>
              <a:defRPr sz="3450" b="1">
                <a:solidFill>
                  <a:srgbClr val="143D28"/>
                </a:solidFill>
                <a:latin typeface="Arial"/>
                <a:ea typeface="Arial"/>
                <a:cs typeface="Arial"/>
              </a:defRPr>
            </a:lvl8pPr>
            <a:lvl9pPr algn="l">
              <a:buNone/>
              <a:defRPr sz="3450" b="1">
                <a:solidFill>
                  <a:srgbClr val="143D28"/>
                </a:solidFill>
                <a:latin typeface="Arial"/>
                <a:ea typeface="Arial"/>
                <a:cs typeface="Arial"/>
              </a:defRPr>
            </a:lvl9pPr>
          </a:lstStyle>
          <a:p xmlns:a="http://schemas.openxmlformats.org/drawingml/2006/main">
            <a:pPr algn="l">
              <a:buNone/>
              <a:defRPr sz="1350" b="0">
                <a:solidFill>
                  <a:srgbClr val="D5E1D7"/>
                </a:solidFill>
                <a:latin typeface="Arial"/>
                <a:ea typeface="Arial"/>
                <a:cs typeface="Arial"/>
              </a:defRPr>
            </a:pPr>
            <a:r>
              <a:rPr sz="1350" b="0">
                <a:solidFill>
                  <a:srgbClr val="D5E1D7"/>
                </a:solidFill>
                <a:latin typeface="Arial"/>
                <a:ea typeface="Arial"/>
                <a:cs typeface="Arial"/>
              </a:rPr>
              <a:t>06 / 10</a:t>
            </a:r>
          </a:p>
        </p:txBody>
      </p:sp>
      <p:sp>
        <p:nvSpPr>
          <p:cNvPr id="2" name="ISI WEBSITE">
            <a:extLst xmlns:a="http://schemas.openxmlformats.org/drawingml/2006/main">
              <a:ext uri="{FF2B5EF4-FFF2-40B4-BE49-F238E27FC236}">
                <a16:creationId xmlns:a16="http://schemas.microsoft.com/office/drawing/2014/main" id="{483D56A6-23EB-47FC-B2EE-43A375715EF1}"/>
              </a:ext>
            </a:extLst>
          </p:cNvPr>
          <p:cNvSpPr>
            <a:spLocks xmlns:a="http://schemas.openxmlformats.org/drawingml/2006/main" noGrp="1"/>
          </p:cNvSpPr>
          <p:nvPr/>
        </p:nvSpPr>
        <p:spPr>
          <a:xfrm xmlns:a="http://schemas.openxmlformats.org/drawingml/2006/main">
            <a:off x="5334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425" b="1">
                <a:solidFill>
                  <a:srgbClr val="E6C58B"/>
                </a:solidFill>
                <a:latin typeface="Arial"/>
                <a:ea typeface="Arial"/>
                <a:cs typeface="Arial"/>
              </a:defRPr>
            </a:defPPr>
            <a:lvl1pPr algn="l">
              <a:buNone/>
              <a:defRPr sz="1350" b="0">
                <a:solidFill>
                  <a:srgbClr val="52665A"/>
                </a:solidFill>
                <a:latin typeface="Arial"/>
                <a:ea typeface="Arial"/>
                <a:cs typeface="Arial"/>
              </a:defRPr>
            </a:lvl1pPr>
            <a:lvl2pPr algn="l">
              <a:buNone/>
              <a:defRPr sz="1350" b="0">
                <a:solidFill>
                  <a:srgbClr val="52665A"/>
                </a:solidFill>
                <a:latin typeface="Arial"/>
                <a:ea typeface="Arial"/>
                <a:cs typeface="Arial"/>
              </a:defRPr>
            </a:lvl2pPr>
            <a:lvl3pPr algn="l">
              <a:buNone/>
              <a:defRPr sz="1350" b="0">
                <a:solidFill>
                  <a:srgbClr val="52665A"/>
                </a:solidFill>
                <a:latin typeface="Arial"/>
                <a:ea typeface="Arial"/>
                <a:cs typeface="Arial"/>
              </a:defRPr>
            </a:lvl3pPr>
            <a:lvl4pPr algn="l">
              <a:buNone/>
              <a:defRPr sz="1350" b="0">
                <a:solidFill>
                  <a:srgbClr val="52665A"/>
                </a:solidFill>
                <a:latin typeface="Arial"/>
                <a:ea typeface="Arial"/>
                <a:cs typeface="Arial"/>
              </a:defRPr>
            </a:lvl4pPr>
            <a:lvl5pPr algn="l">
              <a:buNone/>
              <a:defRPr sz="1350" b="0">
                <a:solidFill>
                  <a:srgbClr val="52665A"/>
                </a:solidFill>
                <a:latin typeface="Arial"/>
                <a:ea typeface="Arial"/>
                <a:cs typeface="Arial"/>
              </a:defRPr>
            </a:lvl5pPr>
            <a:lvl6pPr algn="l">
              <a:buNone/>
              <a:defRPr sz="1350" b="0">
                <a:solidFill>
                  <a:srgbClr val="52665A"/>
                </a:solidFill>
                <a:latin typeface="Arial"/>
                <a:ea typeface="Arial"/>
                <a:cs typeface="Arial"/>
              </a:defRPr>
            </a:lvl6pPr>
            <a:lvl7pPr algn="l">
              <a:buNone/>
              <a:defRPr sz="1350" b="0">
                <a:solidFill>
                  <a:srgbClr val="52665A"/>
                </a:solidFill>
                <a:latin typeface="Arial"/>
                <a:ea typeface="Arial"/>
                <a:cs typeface="Arial"/>
              </a:defRPr>
            </a:lvl7pPr>
            <a:lvl8pPr algn="l">
              <a:buNone/>
              <a:defRPr sz="1350" b="0">
                <a:solidFill>
                  <a:srgbClr val="52665A"/>
                </a:solidFill>
                <a:latin typeface="Arial"/>
                <a:ea typeface="Arial"/>
                <a:cs typeface="Arial"/>
              </a:defRPr>
            </a:lvl8pPr>
            <a:lvl9pPr algn="l">
              <a:buNone/>
              <a:defRPr sz="1350" b="0">
                <a:solidFill>
                  <a:srgbClr val="52665A"/>
                </a:solidFill>
                <a:latin typeface="Arial"/>
                <a:ea typeface="Arial"/>
                <a:cs typeface="Arial"/>
              </a:defRPr>
            </a:lvl9pPr>
          </a:lstStyle>
          <a:p xmlns:a="http://schemas.openxmlformats.org/drawingml/2006/main">
            <a:pPr algn="l">
              <a:buNone/>
              <a:defRPr sz="1425" b="1">
                <a:solidFill>
                  <a:srgbClr val="E6C58B"/>
                </a:solidFill>
                <a:latin typeface="Arial"/>
                <a:ea typeface="Arial"/>
                <a:cs typeface="Arial"/>
              </a:defRPr>
            </a:pPr>
            <a:r>
              <a:rPr sz="1425" b="1">
                <a:solidFill>
                  <a:srgbClr val="E6C58B"/>
                </a:solidFill>
                <a:latin typeface="Arial"/>
                <a:ea typeface="Arial"/>
                <a:cs typeface="Arial"/>
              </a:rPr>
              <a:t>ISI WEBSITE</a:t>
            </a:r>
          </a:p>
        </p:txBody>
      </p:sp>
      <p:sp>
        <p:nvSpPr>
          <p:cNvPr id="3" name="Perbarui informasi halaman">
            <a:extLst xmlns:a="http://schemas.openxmlformats.org/drawingml/2006/main">
              <a:ext uri="{FF2B5EF4-FFF2-40B4-BE49-F238E27FC236}">
                <a16:creationId xmlns:a16="http://schemas.microsoft.com/office/drawing/2014/main" id="{60A91FF4-5CB3-4FBC-B3BB-DB132ACAFC9B}"/>
              </a:ext>
            </a:extLst>
          </p:cNvPr>
          <p:cNvSpPr>
            <a:spLocks xmlns:a="http://schemas.openxmlformats.org/drawingml/2006/main" noGrp="1"/>
          </p:cNvSpPr>
          <p:nvPr/>
        </p:nvSpPr>
        <p:spPr>
          <a:xfrm xmlns:a="http://schemas.openxmlformats.org/drawingml/2006/main">
            <a:off x="533400" y="80962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050" b="1">
                <a:solidFill>
                  <a:srgbClr val="FFFFFF"/>
                </a:solidFill>
                <a:latin typeface="Arial"/>
                <a:ea typeface="Arial"/>
                <a:cs typeface="Arial"/>
              </a:defRPr>
            </a:defPPr>
            <a:lvl1pPr algn="l">
              <a:buNone/>
              <a:defRPr sz="2325" b="1">
                <a:solidFill>
                  <a:srgbClr val="166534"/>
                </a:solidFill>
                <a:latin typeface="Arial"/>
                <a:ea typeface="Arial"/>
                <a:cs typeface="Arial"/>
              </a:defRPr>
            </a:lvl1pPr>
            <a:lvl2pPr algn="l">
              <a:buNone/>
              <a:defRPr sz="2325" b="1">
                <a:solidFill>
                  <a:srgbClr val="166534"/>
                </a:solidFill>
                <a:latin typeface="Arial"/>
                <a:ea typeface="Arial"/>
                <a:cs typeface="Arial"/>
              </a:defRPr>
            </a:lvl2pPr>
            <a:lvl3pPr algn="l">
              <a:buNone/>
              <a:defRPr sz="2325" b="1">
                <a:solidFill>
                  <a:srgbClr val="166534"/>
                </a:solidFill>
                <a:latin typeface="Arial"/>
                <a:ea typeface="Arial"/>
                <a:cs typeface="Arial"/>
              </a:defRPr>
            </a:lvl3pPr>
            <a:lvl4pPr algn="l">
              <a:buNone/>
              <a:defRPr sz="2325" b="1">
                <a:solidFill>
                  <a:srgbClr val="166534"/>
                </a:solidFill>
                <a:latin typeface="Arial"/>
                <a:ea typeface="Arial"/>
                <a:cs typeface="Arial"/>
              </a:defRPr>
            </a:lvl4pPr>
            <a:lvl5pPr algn="l">
              <a:buNone/>
              <a:defRPr sz="2325" b="1">
                <a:solidFill>
                  <a:srgbClr val="166534"/>
                </a:solidFill>
                <a:latin typeface="Arial"/>
                <a:ea typeface="Arial"/>
                <a:cs typeface="Arial"/>
              </a:defRPr>
            </a:lvl5pPr>
            <a:lvl6pPr algn="l">
              <a:buNone/>
              <a:defRPr sz="2325" b="1">
                <a:solidFill>
                  <a:srgbClr val="166534"/>
                </a:solidFill>
                <a:latin typeface="Arial"/>
                <a:ea typeface="Arial"/>
                <a:cs typeface="Arial"/>
              </a:defRPr>
            </a:lvl6pPr>
            <a:lvl7pPr algn="l">
              <a:buNone/>
              <a:defRPr sz="2325" b="1">
                <a:solidFill>
                  <a:srgbClr val="166534"/>
                </a:solidFill>
                <a:latin typeface="Arial"/>
                <a:ea typeface="Arial"/>
                <a:cs typeface="Arial"/>
              </a:defRPr>
            </a:lvl7pPr>
            <a:lvl8pPr algn="l">
              <a:buNone/>
              <a:defRPr sz="2325" b="1">
                <a:solidFill>
                  <a:srgbClr val="166534"/>
                </a:solidFill>
                <a:latin typeface="Arial"/>
                <a:ea typeface="Arial"/>
                <a:cs typeface="Arial"/>
              </a:defRPr>
            </a:lvl8pPr>
            <a:lvl9pPr algn="l">
              <a:buNone/>
              <a:defRPr sz="2325" b="1">
                <a:solidFill>
                  <a:srgbClr val="166534"/>
                </a:solidFill>
                <a:latin typeface="Arial"/>
                <a:ea typeface="Arial"/>
                <a:cs typeface="Arial"/>
              </a:defRPr>
            </a:lvl9pPr>
          </a:lstStyle>
          <a:p xmlns:a="http://schemas.openxmlformats.org/drawingml/2006/main">
            <a:pPr algn="l">
              <a:buNone/>
              <a:defRPr sz="4050" b="1">
                <a:solidFill>
                  <a:srgbClr val="FFFFFF"/>
                </a:solidFill>
                <a:latin typeface="Arial"/>
                <a:ea typeface="Arial"/>
                <a:cs typeface="Arial"/>
              </a:defRPr>
            </a:pPr>
            <a:r>
              <a:rPr sz="4050" b="1">
                <a:solidFill>
                  <a:srgbClr val="FFFFFF"/>
                </a:solidFill>
                <a:latin typeface="Arial"/>
                <a:ea typeface="Arial"/>
                <a:cs typeface="Arial"/>
              </a:rPr>
              <a:t>Perbarui informasi halaman</a:t>
            </a:r>
          </a:p>
        </p:txBody>
      </p:sp>
      <p:sp>
        <p:nvSpPr>
          <p:cNvPr id="4" name="01  Pilih halaman">
            <a:extLst xmlns:a="http://schemas.openxmlformats.org/drawingml/2006/main">
              <a:ext uri="{FF2B5EF4-FFF2-40B4-BE49-F238E27FC236}">
                <a16:creationId xmlns:a16="http://schemas.microsoft.com/office/drawing/2014/main" id="{BD547769-4CEC-4C24-9C0F-FDCFA77F9C08}"/>
              </a:ext>
            </a:extLst>
          </p:cNvPr>
          <p:cNvSpPr>
            <a:spLocks xmlns:a="http://schemas.openxmlformats.org/drawingml/2006/main" noGrp="1"/>
          </p:cNvSpPr>
          <p:nvPr/>
        </p:nvSpPr>
        <p:spPr>
          <a:xfrm xmlns:a="http://schemas.openxmlformats.org/drawingml/2006/main">
            <a:off x="8705850" y="207645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a:solidFill>
                  <a:srgbClr val="E6C58B"/>
                </a:solidFill>
                <a:latin typeface="Arial"/>
                <a:ea typeface="Arial"/>
                <a:cs typeface="Arial"/>
              </a:defRPr>
            </a:defPPr>
            <a:lvl1pPr algn="l">
              <a:buNone/>
              <a:defRPr sz="2175" b="0">
                <a:solidFill>
                  <a:srgbClr val="253E30"/>
                </a:solidFill>
                <a:latin typeface="Arial"/>
                <a:ea typeface="Arial"/>
                <a:cs typeface="Arial"/>
              </a:defRPr>
            </a:lvl1pPr>
            <a:lvl2pPr algn="l">
              <a:buNone/>
              <a:defRPr sz="2175" b="0">
                <a:solidFill>
                  <a:srgbClr val="253E30"/>
                </a:solidFill>
                <a:latin typeface="Arial"/>
                <a:ea typeface="Arial"/>
                <a:cs typeface="Arial"/>
              </a:defRPr>
            </a:lvl2pPr>
            <a:lvl3pPr algn="l">
              <a:buNone/>
              <a:defRPr sz="2175" b="0">
                <a:solidFill>
                  <a:srgbClr val="253E30"/>
                </a:solidFill>
                <a:latin typeface="Arial"/>
                <a:ea typeface="Arial"/>
                <a:cs typeface="Arial"/>
              </a:defRPr>
            </a:lvl3pPr>
            <a:lvl4pPr algn="l">
              <a:buNone/>
              <a:defRPr sz="2175" b="0">
                <a:solidFill>
                  <a:srgbClr val="253E30"/>
                </a:solidFill>
                <a:latin typeface="Arial"/>
                <a:ea typeface="Arial"/>
                <a:cs typeface="Arial"/>
              </a:defRPr>
            </a:lvl4pPr>
            <a:lvl5pPr algn="l">
              <a:buNone/>
              <a:defRPr sz="2175" b="0">
                <a:solidFill>
                  <a:srgbClr val="253E30"/>
                </a:solidFill>
                <a:latin typeface="Arial"/>
                <a:ea typeface="Arial"/>
                <a:cs typeface="Arial"/>
              </a:defRPr>
            </a:lvl5pPr>
            <a:lvl6pPr algn="l">
              <a:buNone/>
              <a:defRPr sz="2175" b="0">
                <a:solidFill>
                  <a:srgbClr val="253E30"/>
                </a:solidFill>
                <a:latin typeface="Arial"/>
                <a:ea typeface="Arial"/>
                <a:cs typeface="Arial"/>
              </a:defRPr>
            </a:lvl6pPr>
            <a:lvl7pPr algn="l">
              <a:buNone/>
              <a:defRPr sz="2175" b="0">
                <a:solidFill>
                  <a:srgbClr val="253E30"/>
                </a:solidFill>
                <a:latin typeface="Arial"/>
                <a:ea typeface="Arial"/>
                <a:cs typeface="Arial"/>
              </a:defRPr>
            </a:lvl7pPr>
            <a:lvl8pPr algn="l">
              <a:buNone/>
              <a:defRPr sz="2175" b="0">
                <a:solidFill>
                  <a:srgbClr val="253E30"/>
                </a:solidFill>
                <a:latin typeface="Arial"/>
                <a:ea typeface="Arial"/>
                <a:cs typeface="Arial"/>
              </a:defRPr>
            </a:lvl8pPr>
            <a:lvl9pPr algn="l">
              <a:buNone/>
              <a:defRPr sz="2175" b="0">
                <a:solidFill>
                  <a:srgbClr val="253E30"/>
                </a:solidFill>
                <a:latin typeface="Arial"/>
                <a:ea typeface="Arial"/>
                <a:cs typeface="Arial"/>
              </a:defRPr>
            </a:lvl9pPr>
          </a:lstStyle>
          <a:p xmlns:a="http://schemas.openxmlformats.org/drawingml/2006/main">
            <a:pPr algn="l">
              <a:buNone/>
              <a:defRPr sz="2100" b="1">
                <a:solidFill>
                  <a:srgbClr val="E6C58B"/>
                </a:solidFill>
                <a:latin typeface="Arial"/>
                <a:ea typeface="Arial"/>
                <a:cs typeface="Arial"/>
              </a:defRPr>
            </a:pPr>
            <a:r>
              <a:rPr sz="2100" b="1">
                <a:solidFill>
                  <a:srgbClr val="E6C58B"/>
                </a:solidFill>
                <a:latin typeface="Arial"/>
                <a:ea typeface="Arial"/>
                <a:cs typeface="Arial"/>
              </a:rPr>
              <a:t>01  Pilih halaman</a:t>
            </a:r>
          </a:p>
        </p:txBody>
      </p:sp>
      <p:sp>
        <p:nvSpPr>
          <p:cNvPr id="5" name="02  Edit bagian">
            <a:extLst xmlns:a="http://schemas.openxmlformats.org/drawingml/2006/main">
              <a:ext uri="{FF2B5EF4-FFF2-40B4-BE49-F238E27FC236}">
                <a16:creationId xmlns:a16="http://schemas.microsoft.com/office/drawing/2014/main" id="{46219294-7C46-4E29-B06A-3328B2E01176}"/>
              </a:ext>
            </a:extLst>
          </p:cNvPr>
          <p:cNvSpPr>
            <a:spLocks xmlns:a="http://schemas.openxmlformats.org/drawingml/2006/main" noGrp="1"/>
          </p:cNvSpPr>
          <p:nvPr/>
        </p:nvSpPr>
        <p:spPr>
          <a:xfrm xmlns:a="http://schemas.openxmlformats.org/drawingml/2006/main">
            <a:off x="8705850" y="279082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a:solidFill>
                  <a:srgbClr val="FFFFFF"/>
                </a:solidFill>
                <a:latin typeface="Arial"/>
                <a:ea typeface="Arial"/>
                <a:cs typeface="Arial"/>
              </a:defRPr>
            </a:defPPr>
            <a:lvl1pPr algn="l">
              <a:buNone/>
              <a:defRPr sz="2100" b="0">
                <a:solidFill>
                  <a:srgbClr val="253E30"/>
                </a:solidFill>
                <a:latin typeface="Arial"/>
                <a:ea typeface="Arial"/>
                <a:cs typeface="Arial"/>
              </a:defRPr>
            </a:lvl1pPr>
            <a:lvl2pPr algn="l">
              <a:buNone/>
              <a:defRPr sz="2100" b="0">
                <a:solidFill>
                  <a:srgbClr val="253E30"/>
                </a:solidFill>
                <a:latin typeface="Arial"/>
                <a:ea typeface="Arial"/>
                <a:cs typeface="Arial"/>
              </a:defRPr>
            </a:lvl2pPr>
            <a:lvl3pPr algn="l">
              <a:buNone/>
              <a:defRPr sz="2100" b="0">
                <a:solidFill>
                  <a:srgbClr val="253E30"/>
                </a:solidFill>
                <a:latin typeface="Arial"/>
                <a:ea typeface="Arial"/>
                <a:cs typeface="Arial"/>
              </a:defRPr>
            </a:lvl3pPr>
            <a:lvl4pPr algn="l">
              <a:buNone/>
              <a:defRPr sz="2100" b="0">
                <a:solidFill>
                  <a:srgbClr val="253E30"/>
                </a:solidFill>
                <a:latin typeface="Arial"/>
                <a:ea typeface="Arial"/>
                <a:cs typeface="Arial"/>
              </a:defRPr>
            </a:lvl4pPr>
            <a:lvl5pPr algn="l">
              <a:buNone/>
              <a:defRPr sz="2100" b="0">
                <a:solidFill>
                  <a:srgbClr val="253E30"/>
                </a:solidFill>
                <a:latin typeface="Arial"/>
                <a:ea typeface="Arial"/>
                <a:cs typeface="Arial"/>
              </a:defRPr>
            </a:lvl5pPr>
            <a:lvl6pPr algn="l">
              <a:buNone/>
              <a:defRPr sz="2100" b="0">
                <a:solidFill>
                  <a:srgbClr val="253E30"/>
                </a:solidFill>
                <a:latin typeface="Arial"/>
                <a:ea typeface="Arial"/>
                <a:cs typeface="Arial"/>
              </a:defRPr>
            </a:lvl6pPr>
            <a:lvl7pPr algn="l">
              <a:buNone/>
              <a:defRPr sz="2100" b="0">
                <a:solidFill>
                  <a:srgbClr val="253E30"/>
                </a:solidFill>
                <a:latin typeface="Arial"/>
                <a:ea typeface="Arial"/>
                <a:cs typeface="Arial"/>
              </a:defRPr>
            </a:lvl7pPr>
            <a:lvl8pPr algn="l">
              <a:buNone/>
              <a:defRPr sz="2100" b="0">
                <a:solidFill>
                  <a:srgbClr val="253E30"/>
                </a:solidFill>
                <a:latin typeface="Arial"/>
                <a:ea typeface="Arial"/>
                <a:cs typeface="Arial"/>
              </a:defRPr>
            </a:lvl8pPr>
            <a:lvl9pPr algn="l">
              <a:buNone/>
              <a:defRPr sz="2100" b="0">
                <a:solidFill>
                  <a:srgbClr val="253E30"/>
                </a:solidFill>
                <a:latin typeface="Arial"/>
                <a:ea typeface="Arial"/>
                <a:cs typeface="Arial"/>
              </a:defRPr>
            </a:lvl9pPr>
          </a:lstStyle>
          <a:p xmlns:a="http://schemas.openxmlformats.org/drawingml/2006/main">
            <a:pPr algn="l">
              <a:buNone/>
              <a:defRPr sz="2100" b="1">
                <a:solidFill>
                  <a:srgbClr val="FFFFFF"/>
                </a:solidFill>
                <a:latin typeface="Arial"/>
                <a:ea typeface="Arial"/>
                <a:cs typeface="Arial"/>
              </a:defRPr>
            </a:pPr>
            <a:r>
              <a:rPr sz="2100" b="1">
                <a:solidFill>
                  <a:srgbClr val="FFFFFF"/>
                </a:solidFill>
                <a:latin typeface="Arial"/>
                <a:ea typeface="Arial"/>
                <a:cs typeface="Arial"/>
              </a:rPr>
              <a:t>02  Edit bagian</a:t>
            </a:r>
          </a:p>
        </p:txBody>
      </p:sp>
      <p:pic>
        <p:nvPicPr>
          <p:cNvPr id="6" name="">
            <a:extLst xmlns:a="http://schemas.openxmlformats.org/drawingml/2006/main">
              <a:ext uri="{FF2B5EF4-FFF2-40B4-BE49-F238E27FC236}">
                <a16:creationId xmlns:a16="http://schemas.microsoft.com/office/drawing/2014/main" id="{B253B941-BE6A-4B22-A405-0780A6D18D26}"/>
              </a:ext>
            </a:extLst>
          </p:cNvPr>
          <p:cNvPicPr>
            <a:picLocks xmlns:a="http://schemas.openxmlformats.org/drawingml/2006/main" noChangeAspect="1"/>
          </p:cNvPicPr>
          <p:nvPr/>
        </p:nvPicPr>
        <p:blipFill>
          <a:blip xmlns:r="http://schemas.openxmlformats.org/officeDocument/2006/relationships" xmlns:a="http://schemas.openxmlformats.org/drawingml/2006/main" r:embed="Rfcf1a42536c94290"/>
          <a:srcRect xmlns:a="http://schemas.openxmlformats.org/drawingml/2006/main" l="19792" t="26163" r="8073" b="2132"/>
          <a:stretch xmlns:a="http://schemas.openxmlformats.org/drawingml/2006/main"/>
        </p:blipFill>
        <p:spPr>
          <a:xfrm xmlns:a="http://schemas.openxmlformats.org/drawingml/2006/main">
            <a:off x="533400" y="2047875"/>
            <a:ext cx="7665694" cy="4095750"/>
          </a:xfrm>
          <a:prstGeom xmlns:a="http://schemas.openxmlformats.org/drawingml/2006/main" prst="rect">
            <a:avLst/>
          </a:prstGeom>
        </p:spPr>
      </p:pic>
      <p:sp>
        <p:nvSpPr>
          <p:cNvPr id="7" name="03  Simpan draft&#10;      &amp; Pratinjau">
            <a:extLst xmlns:a="http://schemas.openxmlformats.org/drawingml/2006/main">
              <a:ext uri="{FF2B5EF4-FFF2-40B4-BE49-F238E27FC236}">
                <a16:creationId xmlns:a16="http://schemas.microsoft.com/office/drawing/2014/main" id="{003364C8-CAD8-44EC-A3CE-921151248D66}"/>
              </a:ext>
            </a:extLst>
          </p:cNvPr>
          <p:cNvSpPr>
            <a:spLocks xmlns:a="http://schemas.openxmlformats.org/drawingml/2006/main" noGrp="1"/>
          </p:cNvSpPr>
          <p:nvPr/>
        </p:nvSpPr>
        <p:spPr>
          <a:xfrm xmlns:a="http://schemas.openxmlformats.org/drawingml/2006/main">
            <a:off x="8705850" y="3505200"/>
            <a:ext cx="295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a:solidFill>
                  <a:srgbClr val="FFFFFF"/>
                </a:solidFill>
                <a:latin typeface="Arial"/>
                <a:ea typeface="Arial"/>
                <a:cs typeface="Arial"/>
              </a:defRPr>
            </a:defPPr>
            <a:lvl1pPr algn="l">
              <a:buNone/>
              <a:defRPr sz="1875" b="1">
                <a:solidFill>
                  <a:srgbClr val="166534"/>
                </a:solidFill>
                <a:latin typeface="Arial"/>
                <a:ea typeface="Arial"/>
                <a:cs typeface="Arial"/>
              </a:defRPr>
            </a:lvl1pPr>
            <a:lvl2pPr algn="l">
              <a:buNone/>
              <a:defRPr sz="1875" b="1">
                <a:solidFill>
                  <a:srgbClr val="166534"/>
                </a:solidFill>
                <a:latin typeface="Arial"/>
                <a:ea typeface="Arial"/>
                <a:cs typeface="Arial"/>
              </a:defRPr>
            </a:lvl2pPr>
            <a:lvl3pPr algn="l">
              <a:buNone/>
              <a:defRPr sz="1875" b="1">
                <a:solidFill>
                  <a:srgbClr val="166534"/>
                </a:solidFill>
                <a:latin typeface="Arial"/>
                <a:ea typeface="Arial"/>
                <a:cs typeface="Arial"/>
              </a:defRPr>
            </a:lvl3pPr>
            <a:lvl4pPr algn="l">
              <a:buNone/>
              <a:defRPr sz="1875" b="1">
                <a:solidFill>
                  <a:srgbClr val="166534"/>
                </a:solidFill>
                <a:latin typeface="Arial"/>
                <a:ea typeface="Arial"/>
                <a:cs typeface="Arial"/>
              </a:defRPr>
            </a:lvl4pPr>
            <a:lvl5pPr algn="l">
              <a:buNone/>
              <a:defRPr sz="1875" b="1">
                <a:solidFill>
                  <a:srgbClr val="166534"/>
                </a:solidFill>
                <a:latin typeface="Arial"/>
                <a:ea typeface="Arial"/>
                <a:cs typeface="Arial"/>
              </a:defRPr>
            </a:lvl5pPr>
            <a:lvl6pPr algn="l">
              <a:buNone/>
              <a:defRPr sz="1875" b="1">
                <a:solidFill>
                  <a:srgbClr val="166534"/>
                </a:solidFill>
                <a:latin typeface="Arial"/>
                <a:ea typeface="Arial"/>
                <a:cs typeface="Arial"/>
              </a:defRPr>
            </a:lvl6pPr>
            <a:lvl7pPr algn="l">
              <a:buNone/>
              <a:defRPr sz="1875" b="1">
                <a:solidFill>
                  <a:srgbClr val="166534"/>
                </a:solidFill>
                <a:latin typeface="Arial"/>
                <a:ea typeface="Arial"/>
                <a:cs typeface="Arial"/>
              </a:defRPr>
            </a:lvl7pPr>
            <a:lvl8pPr algn="l">
              <a:buNone/>
              <a:defRPr sz="1875" b="1">
                <a:solidFill>
                  <a:srgbClr val="166534"/>
                </a:solidFill>
                <a:latin typeface="Arial"/>
                <a:ea typeface="Arial"/>
                <a:cs typeface="Arial"/>
              </a:defRPr>
            </a:lvl8pPr>
            <a:lvl9pPr algn="l">
              <a:buNone/>
              <a:defRPr sz="1875" b="1">
                <a:solidFill>
                  <a:srgbClr val="166534"/>
                </a:solidFill>
                <a:latin typeface="Arial"/>
                <a:ea typeface="Arial"/>
                <a:cs typeface="Arial"/>
              </a:defRPr>
            </a:lvl9pPr>
          </a:lstStyle>
          <a:p xmlns:a="http://schemas.openxmlformats.org/drawingml/2006/main">
            <a:pPr algn="l">
              <a:buNone/>
              <a:defRPr sz="2100" b="1">
                <a:solidFill>
                  <a:srgbClr val="FFFFFF"/>
                </a:solidFill>
                <a:latin typeface="Arial"/>
                <a:ea typeface="Arial"/>
                <a:cs typeface="Arial"/>
              </a:defRPr>
            </a:pPr>
            <a:r>
              <a:rPr sz="2100" b="1">
                <a:solidFill>
                  <a:srgbClr val="FFFFFF"/>
                </a:solidFill>
                <a:latin typeface="Arial"/>
                <a:ea typeface="Arial"/>
                <a:cs typeface="Arial"/>
              </a:rPr>
              <a:t>03  Simpan draft</a:t>
            </a:r>
          </a:p>
          <a:p xmlns:a="http://schemas.openxmlformats.org/drawingml/2006/main">
            <a:pPr algn="l">
              <a:buNone/>
              <a:defRPr sz="2100" b="1">
                <a:solidFill>
                  <a:srgbClr val="FFFFFF"/>
                </a:solidFill>
                <a:latin typeface="Arial"/>
                <a:ea typeface="Arial"/>
                <a:cs typeface="Arial"/>
              </a:defRPr>
            </a:pPr>
            <a:r>
              <a:rPr sz="2100" b="1">
                <a:solidFill>
                  <a:srgbClr val="FFFFFF"/>
                </a:solidFill>
                <a:latin typeface="Arial"/>
                <a:ea typeface="Arial"/>
                <a:cs typeface="Arial"/>
              </a:rPr>
              <a:t>      &amp; Pratinjau</a:t>
            </a:r>
          </a:p>
        </p:txBody>
      </p:sp>
      <p:sp>
        <p:nvSpPr>
          <p:cNvPr id="9" name="04  Terbitkan&#10;      perubahan">
            <a:extLst xmlns:a="http://schemas.openxmlformats.org/drawingml/2006/main">
              <a:ext uri="{FF2B5EF4-FFF2-40B4-BE49-F238E27FC236}">
                <a16:creationId xmlns:a16="http://schemas.microsoft.com/office/drawing/2014/main" id="{3B6B40FA-F334-4BAF-B153-C3626F4A5738}"/>
              </a:ext>
            </a:extLst>
          </p:cNvPr>
          <p:cNvSpPr>
            <a:spLocks xmlns:a="http://schemas.openxmlformats.org/drawingml/2006/main" noGrp="1"/>
          </p:cNvSpPr>
          <p:nvPr/>
        </p:nvSpPr>
        <p:spPr>
          <a:xfrm xmlns:a="http://schemas.openxmlformats.org/drawingml/2006/main">
            <a:off x="8705850" y="4600575"/>
            <a:ext cx="295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a:solidFill>
                  <a:srgbClr val="FFFFFF"/>
                </a:solidFill>
                <a:latin typeface="Arial"/>
                <a:ea typeface="Arial"/>
                <a:cs typeface="Arial"/>
              </a:defRPr>
            </a:defPPr>
            <a:lvl1pPr algn="l">
              <a:defRPr sz="2100" b="1">
                <a:solidFill>
                  <a:srgbClr val="FFFFFF"/>
                </a:solidFill>
                <a:latin typeface="Arial"/>
                <a:ea typeface="Arial"/>
                <a:cs typeface="Arial"/>
              </a:defRPr>
            </a:lvl1pPr>
            <a:lvl2pPr algn="l">
              <a:defRPr sz="2100" b="1">
                <a:solidFill>
                  <a:srgbClr val="FFFFFF"/>
                </a:solidFill>
                <a:latin typeface="Arial"/>
                <a:ea typeface="Arial"/>
                <a:cs typeface="Arial"/>
              </a:defRPr>
            </a:lvl2pPr>
            <a:lvl3pPr algn="l">
              <a:defRPr sz="2100" b="1">
                <a:solidFill>
                  <a:srgbClr val="FFFFFF"/>
                </a:solidFill>
                <a:latin typeface="Arial"/>
                <a:ea typeface="Arial"/>
                <a:cs typeface="Arial"/>
              </a:defRPr>
            </a:lvl3pPr>
            <a:lvl4pPr algn="l">
              <a:defRPr sz="2100" b="1">
                <a:solidFill>
                  <a:srgbClr val="FFFFFF"/>
                </a:solidFill>
                <a:latin typeface="Arial"/>
                <a:ea typeface="Arial"/>
                <a:cs typeface="Arial"/>
              </a:defRPr>
            </a:lvl4pPr>
            <a:lvl5pPr algn="l">
              <a:defRPr sz="2100" b="1">
                <a:solidFill>
                  <a:srgbClr val="FFFFFF"/>
                </a:solidFill>
                <a:latin typeface="Arial"/>
                <a:ea typeface="Arial"/>
                <a:cs typeface="Arial"/>
              </a:defRPr>
            </a:lvl5pPr>
            <a:lvl6pPr algn="l">
              <a:defRPr sz="2100" b="1">
                <a:solidFill>
                  <a:srgbClr val="FFFFFF"/>
                </a:solidFill>
                <a:latin typeface="Arial"/>
                <a:ea typeface="Arial"/>
                <a:cs typeface="Arial"/>
              </a:defRPr>
            </a:lvl6pPr>
            <a:lvl7pPr algn="l">
              <a:defRPr sz="2100" b="1">
                <a:solidFill>
                  <a:srgbClr val="FFFFFF"/>
                </a:solidFill>
                <a:latin typeface="Arial"/>
                <a:ea typeface="Arial"/>
                <a:cs typeface="Arial"/>
              </a:defRPr>
            </a:lvl7pPr>
            <a:lvl8pPr algn="l">
              <a:defRPr sz="2100" b="1">
                <a:solidFill>
                  <a:srgbClr val="FFFFFF"/>
                </a:solidFill>
                <a:latin typeface="Arial"/>
                <a:ea typeface="Arial"/>
                <a:cs typeface="Arial"/>
              </a:defRPr>
            </a:lvl8pPr>
            <a:lvl9pPr algn="l">
              <a:defRPr sz="2100" b="1">
                <a:solidFill>
                  <a:srgbClr val="FFFFFF"/>
                </a:solidFill>
                <a:latin typeface="Arial"/>
                <a:ea typeface="Arial"/>
                <a:cs typeface="Arial"/>
              </a:defRPr>
            </a:lvl9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04  Terbitkan</a:t>
            </a:r>
          </a:p>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      perubahan</a:t>
            </a:r>
          </a:p>
        </p:txBody>
      </p:sp>
      <p:sp>
        <p:nvSpPr>
          <p:cNvPr id="10" name="Cek desktop dan ponsel.&#10;Terbitkan tiap halaman.">
            <a:extLst xmlns:a="http://schemas.openxmlformats.org/drawingml/2006/main">
              <a:ext uri="{FF2B5EF4-FFF2-40B4-BE49-F238E27FC236}">
                <a16:creationId xmlns:a16="http://schemas.microsoft.com/office/drawing/2014/main" id="{1AB0E465-27AC-4F0D-B8A5-EB27BB60A83C}"/>
              </a:ext>
            </a:extLst>
          </p:cNvPr>
          <p:cNvSpPr>
            <a:spLocks xmlns:a="http://schemas.openxmlformats.org/drawingml/2006/main" noGrp="1"/>
          </p:cNvSpPr>
          <p:nvPr/>
        </p:nvSpPr>
        <p:spPr>
          <a:xfrm xmlns:a="http://schemas.openxmlformats.org/drawingml/2006/main">
            <a:off x="8705850" y="57340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0">
                <a:solidFill>
                  <a:srgbClr val="D5E1D7"/>
                </a:solidFill>
                <a:latin typeface="Arial"/>
                <a:ea typeface="Arial"/>
                <a:cs typeface="Arial"/>
              </a:defRPr>
            </a:defPPr>
            <a:lvl1pPr algn="l">
              <a:defRPr sz="1800" b="0">
                <a:solidFill>
                  <a:srgbClr val="D5E1D7"/>
                </a:solidFill>
                <a:latin typeface="Arial"/>
                <a:ea typeface="Arial"/>
                <a:cs typeface="Arial"/>
              </a:defRPr>
            </a:lvl1pPr>
            <a:lvl2pPr algn="l">
              <a:defRPr sz="1800" b="0">
                <a:solidFill>
                  <a:srgbClr val="D5E1D7"/>
                </a:solidFill>
                <a:latin typeface="Arial"/>
                <a:ea typeface="Arial"/>
                <a:cs typeface="Arial"/>
              </a:defRPr>
            </a:lvl2pPr>
            <a:lvl3pPr algn="l">
              <a:defRPr sz="1800" b="0">
                <a:solidFill>
                  <a:srgbClr val="D5E1D7"/>
                </a:solidFill>
                <a:latin typeface="Arial"/>
                <a:ea typeface="Arial"/>
                <a:cs typeface="Arial"/>
              </a:defRPr>
            </a:lvl3pPr>
            <a:lvl4pPr algn="l">
              <a:defRPr sz="1800" b="0">
                <a:solidFill>
                  <a:srgbClr val="D5E1D7"/>
                </a:solidFill>
                <a:latin typeface="Arial"/>
                <a:ea typeface="Arial"/>
                <a:cs typeface="Arial"/>
              </a:defRPr>
            </a:lvl4pPr>
            <a:lvl5pPr algn="l">
              <a:defRPr sz="1800" b="0">
                <a:solidFill>
                  <a:srgbClr val="D5E1D7"/>
                </a:solidFill>
                <a:latin typeface="Arial"/>
                <a:ea typeface="Arial"/>
                <a:cs typeface="Arial"/>
              </a:defRPr>
            </a:lvl5pPr>
            <a:lvl6pPr algn="l">
              <a:defRPr sz="1800" b="0">
                <a:solidFill>
                  <a:srgbClr val="D5E1D7"/>
                </a:solidFill>
                <a:latin typeface="Arial"/>
                <a:ea typeface="Arial"/>
                <a:cs typeface="Arial"/>
              </a:defRPr>
            </a:lvl6pPr>
            <a:lvl7pPr algn="l">
              <a:defRPr sz="1800" b="0">
                <a:solidFill>
                  <a:srgbClr val="D5E1D7"/>
                </a:solidFill>
                <a:latin typeface="Arial"/>
                <a:ea typeface="Arial"/>
                <a:cs typeface="Arial"/>
              </a:defRPr>
            </a:lvl7pPr>
            <a:lvl8pPr algn="l">
              <a:defRPr sz="1800" b="0">
                <a:solidFill>
                  <a:srgbClr val="D5E1D7"/>
                </a:solidFill>
                <a:latin typeface="Arial"/>
                <a:ea typeface="Arial"/>
                <a:cs typeface="Arial"/>
              </a:defRPr>
            </a:lvl8pPr>
            <a:lvl9pPr algn="l">
              <a:defRPr sz="1800" b="0">
                <a:solidFill>
                  <a:srgbClr val="D5E1D7"/>
                </a:solidFill>
                <a:latin typeface="Arial"/>
                <a:ea typeface="Arial"/>
                <a:cs typeface="Arial"/>
              </a:defRPr>
            </a:lvl9pPr>
          </a:lstStyle>
          <a:p xmlns:a="http://schemas.openxmlformats.org/drawingml/2006/main">
            <a:pPr algn="l">
              <a:defRPr sz="1800" b="0">
                <a:solidFill>
                  <a:srgbClr val="D5E1D7"/>
                </a:solidFill>
                <a:latin typeface="Arial"/>
                <a:ea typeface="Arial"/>
                <a:cs typeface="Arial"/>
              </a:defRPr>
            </a:pPr>
            <a:r>
              <a:rPr sz="1800" b="0">
                <a:solidFill>
                  <a:srgbClr val="D5E1D7"/>
                </a:solidFill>
                <a:latin typeface="Arial"/>
                <a:ea typeface="Arial"/>
                <a:cs typeface="Arial"/>
              </a:rPr>
              <a:t>Cek desktop dan ponsel.</a:t>
            </a:r>
          </a:p>
          <a:p xmlns:a="http://schemas.openxmlformats.org/drawingml/2006/main">
            <a:pPr algn="l">
              <a:defRPr sz="1800" b="0">
                <a:solidFill>
                  <a:srgbClr val="D5E1D7"/>
                </a:solidFill>
                <a:latin typeface="Arial"/>
                <a:ea typeface="Arial"/>
                <a:cs typeface="Arial"/>
              </a:defRPr>
            </a:pPr>
            <a:r>
              <a:rPr sz="1800" b="0">
                <a:solidFill>
                  <a:srgbClr val="D5E1D7"/>
                </a:solidFill>
                <a:latin typeface="Arial"/>
                <a:ea typeface="Arial"/>
                <a:cs typeface="Arial"/>
              </a:rPr>
              <a:t>Terbitkan tiap halaman.</a:t>
            </a:r>
          </a:p>
        </p:txBody>
      </p:sp>
      <p:sp>
        <p:nvSpPr>
          <p:cNvPr id="11" name="Program, biaya, kontak, rekening, dan QRIS resmi.">
            <a:extLst xmlns:a="http://schemas.openxmlformats.org/drawingml/2006/main">
              <a:ext uri="{FF2B5EF4-FFF2-40B4-BE49-F238E27FC236}">
                <a16:creationId xmlns:a16="http://schemas.microsoft.com/office/drawing/2014/main" id="{F2419D12-1E54-41D3-A998-3ED3193043D8}"/>
              </a:ext>
            </a:extLst>
          </p:cNvPr>
          <p:cNvSpPr>
            <a:spLocks xmlns:a="http://schemas.openxmlformats.org/drawingml/2006/main" noGrp="1"/>
          </p:cNvSpPr>
          <p:nvPr/>
        </p:nvSpPr>
        <p:spPr>
          <a:xfrm xmlns:a="http://schemas.openxmlformats.org/drawingml/2006/main">
            <a:off x="533400" y="6219825"/>
            <a:ext cx="771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D5E1D7"/>
                </a:solidFill>
                <a:latin typeface="Arial"/>
                <a:ea typeface="Arial"/>
                <a:cs typeface="Arial"/>
              </a:defRPr>
            </a:defPPr>
            <a:lvl1pPr algn="l">
              <a:defRPr sz="1725" b="0">
                <a:solidFill>
                  <a:srgbClr val="D5E1D7"/>
                </a:solidFill>
                <a:latin typeface="Arial"/>
                <a:ea typeface="Arial"/>
                <a:cs typeface="Arial"/>
              </a:defRPr>
            </a:lvl1pPr>
            <a:lvl2pPr algn="l">
              <a:defRPr sz="1725" b="0">
                <a:solidFill>
                  <a:srgbClr val="D5E1D7"/>
                </a:solidFill>
                <a:latin typeface="Arial"/>
                <a:ea typeface="Arial"/>
                <a:cs typeface="Arial"/>
              </a:defRPr>
            </a:lvl2pPr>
            <a:lvl3pPr algn="l">
              <a:defRPr sz="1725" b="0">
                <a:solidFill>
                  <a:srgbClr val="D5E1D7"/>
                </a:solidFill>
                <a:latin typeface="Arial"/>
                <a:ea typeface="Arial"/>
                <a:cs typeface="Arial"/>
              </a:defRPr>
            </a:lvl3pPr>
            <a:lvl4pPr algn="l">
              <a:defRPr sz="1725" b="0">
                <a:solidFill>
                  <a:srgbClr val="D5E1D7"/>
                </a:solidFill>
                <a:latin typeface="Arial"/>
                <a:ea typeface="Arial"/>
                <a:cs typeface="Arial"/>
              </a:defRPr>
            </a:lvl4pPr>
            <a:lvl5pPr algn="l">
              <a:defRPr sz="1725" b="0">
                <a:solidFill>
                  <a:srgbClr val="D5E1D7"/>
                </a:solidFill>
                <a:latin typeface="Arial"/>
                <a:ea typeface="Arial"/>
                <a:cs typeface="Arial"/>
              </a:defRPr>
            </a:lvl5pPr>
            <a:lvl6pPr algn="l">
              <a:defRPr sz="1725" b="0">
                <a:solidFill>
                  <a:srgbClr val="D5E1D7"/>
                </a:solidFill>
                <a:latin typeface="Arial"/>
                <a:ea typeface="Arial"/>
                <a:cs typeface="Arial"/>
              </a:defRPr>
            </a:lvl6pPr>
            <a:lvl7pPr algn="l">
              <a:defRPr sz="1725" b="0">
                <a:solidFill>
                  <a:srgbClr val="D5E1D7"/>
                </a:solidFill>
                <a:latin typeface="Arial"/>
                <a:ea typeface="Arial"/>
                <a:cs typeface="Arial"/>
              </a:defRPr>
            </a:lvl7pPr>
            <a:lvl8pPr algn="l">
              <a:defRPr sz="1725" b="0">
                <a:solidFill>
                  <a:srgbClr val="D5E1D7"/>
                </a:solidFill>
                <a:latin typeface="Arial"/>
                <a:ea typeface="Arial"/>
                <a:cs typeface="Arial"/>
              </a:defRPr>
            </a:lvl8pPr>
            <a:lvl9pPr algn="l">
              <a:defRPr sz="1725" b="0">
                <a:solidFill>
                  <a:srgbClr val="D5E1D7"/>
                </a:solidFill>
                <a:latin typeface="Arial"/>
                <a:ea typeface="Arial"/>
                <a:cs typeface="Arial"/>
              </a:defRPr>
            </a:lvl9pPr>
          </a:lstStyle>
          <a:p xmlns:a="http://schemas.openxmlformats.org/drawingml/2006/main">
            <a:pPr algn="l">
              <a:defRPr sz="1725" b="0">
                <a:solidFill>
                  <a:srgbClr val="D5E1D7"/>
                </a:solidFill>
                <a:latin typeface="Arial"/>
                <a:ea typeface="Arial"/>
                <a:cs typeface="Arial"/>
              </a:defRPr>
            </a:pPr>
            <a:r>
              <a:rPr sz="1725" b="0">
                <a:solidFill>
                  <a:srgbClr val="D5E1D7"/>
                </a:solidFill>
                <a:latin typeface="Arial"/>
                <a:ea typeface="Arial"/>
                <a:cs typeface="Arial"/>
              </a:rPr>
              <a:t>Program, biaya, kontak, rekening, dan QRIS resmi.</a:t>
            </a:r>
          </a:p>
        </p:txBody>
      </p:sp>
    </p:spTree>
    <p:extLst>
      <p:ext uri="{BB962C8B-B14F-4D97-AF65-F5344CB8AC3E}">
        <p14:creationId xmlns:p14="http://schemas.microsoft.com/office/powerpoint/2010/main" val="620714460"/>
      </p:ext>
    </p:extLst>
  </p:cSld>
</p:sld>
</file>

<file path=ppt/slides/slide7.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2" name="07 / 10">
            <a:extLst xmlns:a="http://schemas.openxmlformats.org/drawingml/2006/main">
              <a:ext uri="{FF2B5EF4-FFF2-40B4-BE49-F238E27FC236}">
                <a16:creationId xmlns:a16="http://schemas.microsoft.com/office/drawing/2014/main" id="{E60A3BC1-413C-4DE8-BDE9-3DA9E71BBADA}"/>
              </a:ext>
            </a:extLst>
          </p:cNvPr>
          <p:cNvSpPr>
            <a:spLocks xmlns:a="http://schemas.openxmlformats.org/drawingml/2006/main" noGrp="1"/>
          </p:cNvSpPr>
          <p:nvPr/>
        </p:nvSpPr>
        <p:spPr>
          <a:xfrm xmlns:a="http://schemas.openxmlformats.org/drawingml/2006/main">
            <a:off x="10839450" y="640080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64756A"/>
                </a:solidFill>
                <a:latin typeface="Arial"/>
                <a:ea typeface="Arial"/>
                <a:cs typeface="Arial"/>
              </a:defRPr>
            </a:defPPr>
            <a:lvl1pPr algn="l">
              <a:buNone/>
              <a:defRPr sz="3450" b="1">
                <a:solidFill>
                  <a:srgbClr val="143D28"/>
                </a:solidFill>
                <a:latin typeface="Arial"/>
                <a:ea typeface="Arial"/>
                <a:cs typeface="Arial"/>
              </a:defRPr>
            </a:lvl1pPr>
            <a:lvl2pPr algn="l">
              <a:buNone/>
              <a:defRPr sz="3450" b="1">
                <a:solidFill>
                  <a:srgbClr val="143D28"/>
                </a:solidFill>
                <a:latin typeface="Arial"/>
                <a:ea typeface="Arial"/>
                <a:cs typeface="Arial"/>
              </a:defRPr>
            </a:lvl2pPr>
            <a:lvl3pPr algn="l">
              <a:buNone/>
              <a:defRPr sz="3450" b="1">
                <a:solidFill>
                  <a:srgbClr val="143D28"/>
                </a:solidFill>
                <a:latin typeface="Arial"/>
                <a:ea typeface="Arial"/>
                <a:cs typeface="Arial"/>
              </a:defRPr>
            </a:lvl3pPr>
            <a:lvl4pPr algn="l">
              <a:buNone/>
              <a:defRPr sz="3450" b="1">
                <a:solidFill>
                  <a:srgbClr val="143D28"/>
                </a:solidFill>
                <a:latin typeface="Arial"/>
                <a:ea typeface="Arial"/>
                <a:cs typeface="Arial"/>
              </a:defRPr>
            </a:lvl4pPr>
            <a:lvl5pPr algn="l">
              <a:buNone/>
              <a:defRPr sz="3450" b="1">
                <a:solidFill>
                  <a:srgbClr val="143D28"/>
                </a:solidFill>
                <a:latin typeface="Arial"/>
                <a:ea typeface="Arial"/>
                <a:cs typeface="Arial"/>
              </a:defRPr>
            </a:lvl5pPr>
            <a:lvl6pPr algn="l">
              <a:buNone/>
              <a:defRPr sz="3450" b="1">
                <a:solidFill>
                  <a:srgbClr val="143D28"/>
                </a:solidFill>
                <a:latin typeface="Arial"/>
                <a:ea typeface="Arial"/>
                <a:cs typeface="Arial"/>
              </a:defRPr>
            </a:lvl6pPr>
            <a:lvl7pPr algn="l">
              <a:buNone/>
              <a:defRPr sz="3450" b="1">
                <a:solidFill>
                  <a:srgbClr val="143D28"/>
                </a:solidFill>
                <a:latin typeface="Arial"/>
                <a:ea typeface="Arial"/>
                <a:cs typeface="Arial"/>
              </a:defRPr>
            </a:lvl7pPr>
            <a:lvl8pPr algn="l">
              <a:buNone/>
              <a:defRPr sz="3450" b="1">
                <a:solidFill>
                  <a:srgbClr val="143D28"/>
                </a:solidFill>
                <a:latin typeface="Arial"/>
                <a:ea typeface="Arial"/>
                <a:cs typeface="Arial"/>
              </a:defRPr>
            </a:lvl8pPr>
            <a:lvl9pPr algn="l">
              <a:buNone/>
              <a:defRPr sz="3450" b="1">
                <a:solidFill>
                  <a:srgbClr val="143D28"/>
                </a:solidFill>
                <a:latin typeface="Arial"/>
                <a:ea typeface="Arial"/>
                <a:cs typeface="Arial"/>
              </a:defRPr>
            </a:lvl9pPr>
          </a:lstStyle>
          <a:p xmlns:a="http://schemas.openxmlformats.org/drawingml/2006/main">
            <a:pPr algn="l">
              <a:buNone/>
              <a:defRPr sz="1350" b="0">
                <a:solidFill>
                  <a:srgbClr val="64756A"/>
                </a:solidFill>
                <a:latin typeface="Arial"/>
                <a:ea typeface="Arial"/>
                <a:cs typeface="Arial"/>
              </a:defRPr>
            </a:pPr>
            <a:r>
              <a:rPr sz="1350" b="0">
                <a:solidFill>
                  <a:srgbClr val="64756A"/>
                </a:solidFill>
                <a:latin typeface="Arial"/>
                <a:ea typeface="Arial"/>
                <a:cs typeface="Arial"/>
              </a:rPr>
              <a:t>07 / 10</a:t>
            </a:r>
          </a:p>
        </p:txBody>
      </p:sp>
      <p:sp>
        <p:nvSpPr>
          <p:cNvPr id="2" name="KIRIMAN PENGUNJUNG">
            <a:extLst xmlns:a="http://schemas.openxmlformats.org/drawingml/2006/main">
              <a:ext uri="{FF2B5EF4-FFF2-40B4-BE49-F238E27FC236}">
                <a16:creationId xmlns:a16="http://schemas.microsoft.com/office/drawing/2014/main" id="{31588981-6A0A-4EA6-86CF-D601520D84AD}"/>
              </a:ext>
            </a:extLst>
          </p:cNvPr>
          <p:cNvSpPr>
            <a:spLocks xmlns:a="http://schemas.openxmlformats.org/drawingml/2006/main" noGrp="1"/>
          </p:cNvSpPr>
          <p:nvPr/>
        </p:nvSpPr>
        <p:spPr>
          <a:xfrm xmlns:a="http://schemas.openxmlformats.org/drawingml/2006/main">
            <a:off x="5334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425" b="1">
                <a:solidFill>
                  <a:srgbClr val="B38B4F"/>
                </a:solidFill>
                <a:latin typeface="Arial"/>
                <a:ea typeface="Arial"/>
                <a:cs typeface="Arial"/>
              </a:defRPr>
            </a:defPPr>
            <a:lvl1pPr algn="l">
              <a:buNone/>
              <a:defRPr sz="1350" b="0">
                <a:solidFill>
                  <a:srgbClr val="52665A"/>
                </a:solidFill>
                <a:latin typeface="Arial"/>
                <a:ea typeface="Arial"/>
                <a:cs typeface="Arial"/>
              </a:defRPr>
            </a:lvl1pPr>
            <a:lvl2pPr algn="l">
              <a:buNone/>
              <a:defRPr sz="1350" b="0">
                <a:solidFill>
                  <a:srgbClr val="52665A"/>
                </a:solidFill>
                <a:latin typeface="Arial"/>
                <a:ea typeface="Arial"/>
                <a:cs typeface="Arial"/>
              </a:defRPr>
            </a:lvl2pPr>
            <a:lvl3pPr algn="l">
              <a:buNone/>
              <a:defRPr sz="1350" b="0">
                <a:solidFill>
                  <a:srgbClr val="52665A"/>
                </a:solidFill>
                <a:latin typeface="Arial"/>
                <a:ea typeface="Arial"/>
                <a:cs typeface="Arial"/>
              </a:defRPr>
            </a:lvl3pPr>
            <a:lvl4pPr algn="l">
              <a:buNone/>
              <a:defRPr sz="1350" b="0">
                <a:solidFill>
                  <a:srgbClr val="52665A"/>
                </a:solidFill>
                <a:latin typeface="Arial"/>
                <a:ea typeface="Arial"/>
                <a:cs typeface="Arial"/>
              </a:defRPr>
            </a:lvl4pPr>
            <a:lvl5pPr algn="l">
              <a:buNone/>
              <a:defRPr sz="1350" b="0">
                <a:solidFill>
                  <a:srgbClr val="52665A"/>
                </a:solidFill>
                <a:latin typeface="Arial"/>
                <a:ea typeface="Arial"/>
                <a:cs typeface="Arial"/>
              </a:defRPr>
            </a:lvl5pPr>
            <a:lvl6pPr algn="l">
              <a:buNone/>
              <a:defRPr sz="1350" b="0">
                <a:solidFill>
                  <a:srgbClr val="52665A"/>
                </a:solidFill>
                <a:latin typeface="Arial"/>
                <a:ea typeface="Arial"/>
                <a:cs typeface="Arial"/>
              </a:defRPr>
            </a:lvl6pPr>
            <a:lvl7pPr algn="l">
              <a:buNone/>
              <a:defRPr sz="1350" b="0">
                <a:solidFill>
                  <a:srgbClr val="52665A"/>
                </a:solidFill>
                <a:latin typeface="Arial"/>
                <a:ea typeface="Arial"/>
                <a:cs typeface="Arial"/>
              </a:defRPr>
            </a:lvl7pPr>
            <a:lvl8pPr algn="l">
              <a:buNone/>
              <a:defRPr sz="1350" b="0">
                <a:solidFill>
                  <a:srgbClr val="52665A"/>
                </a:solidFill>
                <a:latin typeface="Arial"/>
                <a:ea typeface="Arial"/>
                <a:cs typeface="Arial"/>
              </a:defRPr>
            </a:lvl8pPr>
            <a:lvl9pPr algn="l">
              <a:buNone/>
              <a:defRPr sz="1350" b="0">
                <a:solidFill>
                  <a:srgbClr val="52665A"/>
                </a:solidFill>
                <a:latin typeface="Arial"/>
                <a:ea typeface="Arial"/>
                <a:cs typeface="Arial"/>
              </a:defRPr>
            </a:lvl9pPr>
          </a:lstStyle>
          <a:p xmlns:a="http://schemas.openxmlformats.org/drawingml/2006/main">
            <a:pPr algn="l">
              <a:buNone/>
              <a:defRPr sz="1425" b="1">
                <a:solidFill>
                  <a:srgbClr val="B38B4F"/>
                </a:solidFill>
                <a:latin typeface="Arial"/>
                <a:ea typeface="Arial"/>
                <a:cs typeface="Arial"/>
              </a:defRPr>
            </a:pPr>
            <a:r>
              <a:rPr sz="1425" b="1">
                <a:solidFill>
                  <a:srgbClr val="B38B4F"/>
                </a:solidFill>
                <a:latin typeface="Arial"/>
                <a:ea typeface="Arial"/>
                <a:cs typeface="Arial"/>
              </a:rPr>
              <a:t>KIRIMAN PENGUNJUNG</a:t>
            </a:r>
          </a:p>
        </p:txBody>
      </p:sp>
      <p:sp>
        <p:nvSpPr>
          <p:cNvPr id="3" name="Pesan dan rekap">
            <a:extLst xmlns:a="http://schemas.openxmlformats.org/drawingml/2006/main">
              <a:ext uri="{FF2B5EF4-FFF2-40B4-BE49-F238E27FC236}">
                <a16:creationId xmlns:a16="http://schemas.microsoft.com/office/drawing/2014/main" id="{B345ED8F-09A4-4580-BF75-530543DBB54C}"/>
              </a:ext>
            </a:extLst>
          </p:cNvPr>
          <p:cNvSpPr>
            <a:spLocks xmlns:a="http://schemas.openxmlformats.org/drawingml/2006/main" noGrp="1"/>
          </p:cNvSpPr>
          <p:nvPr/>
        </p:nvSpPr>
        <p:spPr>
          <a:xfrm xmlns:a="http://schemas.openxmlformats.org/drawingml/2006/main">
            <a:off x="533400" y="80962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050" b="1">
                <a:solidFill>
                  <a:srgbClr val="17382C"/>
                </a:solidFill>
                <a:latin typeface="Arial"/>
                <a:ea typeface="Arial"/>
                <a:cs typeface="Arial"/>
              </a:defRPr>
            </a:defPPr>
            <a:lvl1pPr algn="l">
              <a:buNone/>
              <a:defRPr sz="2475" b="1">
                <a:solidFill>
                  <a:srgbClr val="166534"/>
                </a:solidFill>
                <a:latin typeface="Arial"/>
                <a:ea typeface="Arial"/>
                <a:cs typeface="Arial"/>
              </a:defRPr>
            </a:lvl1pPr>
            <a:lvl2pPr algn="l">
              <a:buNone/>
              <a:defRPr sz="2475" b="1">
                <a:solidFill>
                  <a:srgbClr val="166534"/>
                </a:solidFill>
                <a:latin typeface="Arial"/>
                <a:ea typeface="Arial"/>
                <a:cs typeface="Arial"/>
              </a:defRPr>
            </a:lvl2pPr>
            <a:lvl3pPr algn="l">
              <a:buNone/>
              <a:defRPr sz="2475" b="1">
                <a:solidFill>
                  <a:srgbClr val="166534"/>
                </a:solidFill>
                <a:latin typeface="Arial"/>
                <a:ea typeface="Arial"/>
                <a:cs typeface="Arial"/>
              </a:defRPr>
            </a:lvl3pPr>
            <a:lvl4pPr algn="l">
              <a:buNone/>
              <a:defRPr sz="2475" b="1">
                <a:solidFill>
                  <a:srgbClr val="166534"/>
                </a:solidFill>
                <a:latin typeface="Arial"/>
                <a:ea typeface="Arial"/>
                <a:cs typeface="Arial"/>
              </a:defRPr>
            </a:lvl4pPr>
            <a:lvl5pPr algn="l">
              <a:buNone/>
              <a:defRPr sz="2475" b="1">
                <a:solidFill>
                  <a:srgbClr val="166534"/>
                </a:solidFill>
                <a:latin typeface="Arial"/>
                <a:ea typeface="Arial"/>
                <a:cs typeface="Arial"/>
              </a:defRPr>
            </a:lvl5pPr>
            <a:lvl6pPr algn="l">
              <a:buNone/>
              <a:defRPr sz="2475" b="1">
                <a:solidFill>
                  <a:srgbClr val="166534"/>
                </a:solidFill>
                <a:latin typeface="Arial"/>
                <a:ea typeface="Arial"/>
                <a:cs typeface="Arial"/>
              </a:defRPr>
            </a:lvl6pPr>
            <a:lvl7pPr algn="l">
              <a:buNone/>
              <a:defRPr sz="2475" b="1">
                <a:solidFill>
                  <a:srgbClr val="166534"/>
                </a:solidFill>
                <a:latin typeface="Arial"/>
                <a:ea typeface="Arial"/>
                <a:cs typeface="Arial"/>
              </a:defRPr>
            </a:lvl7pPr>
            <a:lvl8pPr algn="l">
              <a:buNone/>
              <a:defRPr sz="2475" b="1">
                <a:solidFill>
                  <a:srgbClr val="166534"/>
                </a:solidFill>
                <a:latin typeface="Arial"/>
                <a:ea typeface="Arial"/>
                <a:cs typeface="Arial"/>
              </a:defRPr>
            </a:lvl8pPr>
            <a:lvl9pPr algn="l">
              <a:buNone/>
              <a:defRPr sz="2475" b="1">
                <a:solidFill>
                  <a:srgbClr val="166534"/>
                </a:solidFill>
                <a:latin typeface="Arial"/>
                <a:ea typeface="Arial"/>
                <a:cs typeface="Arial"/>
              </a:defRPr>
            </a:lvl9pPr>
          </a:lstStyle>
          <a:p xmlns:a="http://schemas.openxmlformats.org/drawingml/2006/main">
            <a:pPr algn="l">
              <a:buNone/>
              <a:defRPr sz="4050" b="1">
                <a:solidFill>
                  <a:srgbClr val="17382C"/>
                </a:solidFill>
                <a:latin typeface="Arial"/>
                <a:ea typeface="Arial"/>
                <a:cs typeface="Arial"/>
              </a:defRPr>
            </a:pPr>
            <a:r>
              <a:rPr sz="4050" b="1">
                <a:solidFill>
                  <a:srgbClr val="17382C"/>
                </a:solidFill>
                <a:latin typeface="Arial"/>
                <a:ea typeface="Arial"/>
                <a:cs typeface="Arial"/>
              </a:rPr>
              <a:t>Pesan dan rekap</a:t>
            </a:r>
          </a:p>
        </p:txBody>
      </p:sp>
      <p:sp>
        <p:nvSpPr>
          <p:cNvPr id="4" name="01">
            <a:extLst xmlns:a="http://schemas.openxmlformats.org/drawingml/2006/main">
              <a:ext uri="{FF2B5EF4-FFF2-40B4-BE49-F238E27FC236}">
                <a16:creationId xmlns:a16="http://schemas.microsoft.com/office/drawing/2014/main" id="{BFE6BC9B-0DAC-43C8-81A4-3293665AB99B}"/>
              </a:ext>
            </a:extLst>
          </p:cNvPr>
          <p:cNvSpPr>
            <a:spLocks xmlns:a="http://schemas.openxmlformats.org/drawingml/2006/main" noGrp="1"/>
          </p:cNvSpPr>
          <p:nvPr/>
        </p:nvSpPr>
        <p:spPr>
          <a:xfrm xmlns:a="http://schemas.openxmlformats.org/drawingml/2006/main">
            <a:off x="533400" y="1857375"/>
            <a:ext cx="3286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6825" b="1">
                <a:solidFill>
                  <a:srgbClr val="B38B4F"/>
                </a:solidFill>
                <a:latin typeface="Arial"/>
                <a:ea typeface="Arial"/>
                <a:cs typeface="Arial"/>
              </a:defRPr>
            </a:defPPr>
            <a:lvl1pPr algn="l">
              <a:buNone/>
              <a:defRPr sz="2100" b="0">
                <a:solidFill>
                  <a:srgbClr val="253E30"/>
                </a:solidFill>
                <a:latin typeface="Arial"/>
                <a:ea typeface="Arial"/>
                <a:cs typeface="Arial"/>
              </a:defRPr>
            </a:lvl1pPr>
            <a:lvl2pPr algn="l">
              <a:buNone/>
              <a:defRPr sz="2100" b="0">
                <a:solidFill>
                  <a:srgbClr val="253E30"/>
                </a:solidFill>
                <a:latin typeface="Arial"/>
                <a:ea typeface="Arial"/>
                <a:cs typeface="Arial"/>
              </a:defRPr>
            </a:lvl2pPr>
            <a:lvl3pPr algn="l">
              <a:buNone/>
              <a:defRPr sz="2100" b="0">
                <a:solidFill>
                  <a:srgbClr val="253E30"/>
                </a:solidFill>
                <a:latin typeface="Arial"/>
                <a:ea typeface="Arial"/>
                <a:cs typeface="Arial"/>
              </a:defRPr>
            </a:lvl3pPr>
            <a:lvl4pPr algn="l">
              <a:buNone/>
              <a:defRPr sz="2100" b="0">
                <a:solidFill>
                  <a:srgbClr val="253E30"/>
                </a:solidFill>
                <a:latin typeface="Arial"/>
                <a:ea typeface="Arial"/>
                <a:cs typeface="Arial"/>
              </a:defRPr>
            </a:lvl4pPr>
            <a:lvl5pPr algn="l">
              <a:buNone/>
              <a:defRPr sz="2100" b="0">
                <a:solidFill>
                  <a:srgbClr val="253E30"/>
                </a:solidFill>
                <a:latin typeface="Arial"/>
                <a:ea typeface="Arial"/>
                <a:cs typeface="Arial"/>
              </a:defRPr>
            </a:lvl5pPr>
            <a:lvl6pPr algn="l">
              <a:buNone/>
              <a:defRPr sz="2100" b="0">
                <a:solidFill>
                  <a:srgbClr val="253E30"/>
                </a:solidFill>
                <a:latin typeface="Arial"/>
                <a:ea typeface="Arial"/>
                <a:cs typeface="Arial"/>
              </a:defRPr>
            </a:lvl6pPr>
            <a:lvl7pPr algn="l">
              <a:buNone/>
              <a:defRPr sz="2100" b="0">
                <a:solidFill>
                  <a:srgbClr val="253E30"/>
                </a:solidFill>
                <a:latin typeface="Arial"/>
                <a:ea typeface="Arial"/>
                <a:cs typeface="Arial"/>
              </a:defRPr>
            </a:lvl7pPr>
            <a:lvl8pPr algn="l">
              <a:buNone/>
              <a:defRPr sz="2100" b="0">
                <a:solidFill>
                  <a:srgbClr val="253E30"/>
                </a:solidFill>
                <a:latin typeface="Arial"/>
                <a:ea typeface="Arial"/>
                <a:cs typeface="Arial"/>
              </a:defRPr>
            </a:lvl8pPr>
            <a:lvl9pPr algn="l">
              <a:buNone/>
              <a:defRPr sz="2100" b="0">
                <a:solidFill>
                  <a:srgbClr val="253E30"/>
                </a:solidFill>
                <a:latin typeface="Arial"/>
                <a:ea typeface="Arial"/>
                <a:cs typeface="Arial"/>
              </a:defRPr>
            </a:lvl9pPr>
          </a:lstStyle>
          <a:p xmlns:a="http://schemas.openxmlformats.org/drawingml/2006/main">
            <a:pPr algn="l">
              <a:buNone/>
              <a:defRPr sz="6825" b="1">
                <a:solidFill>
                  <a:srgbClr val="B38B4F"/>
                </a:solidFill>
                <a:latin typeface="Arial"/>
                <a:ea typeface="Arial"/>
                <a:cs typeface="Arial"/>
              </a:defRPr>
            </a:pPr>
            <a:r>
              <a:rPr sz="6825" b="1">
                <a:solidFill>
                  <a:srgbClr val="B38B4F"/>
                </a:solidFill>
                <a:latin typeface="Arial"/>
                <a:ea typeface="Arial"/>
                <a:cs typeface="Arial"/>
              </a:rPr>
              <a:t>01</a:t>
            </a:r>
          </a:p>
        </p:txBody>
      </p:sp>
      <p:sp>
        <p:nvSpPr>
          <p:cNvPr id="5" name="Pesan kontak">
            <a:extLst xmlns:a="http://schemas.openxmlformats.org/drawingml/2006/main">
              <a:ext uri="{FF2B5EF4-FFF2-40B4-BE49-F238E27FC236}">
                <a16:creationId xmlns:a16="http://schemas.microsoft.com/office/drawing/2014/main" id="{2FEE3D75-4B18-4C28-9A7D-00F08A2E519F}"/>
              </a:ext>
            </a:extLst>
          </p:cNvPr>
          <p:cNvSpPr>
            <a:spLocks xmlns:a="http://schemas.openxmlformats.org/drawingml/2006/main" noGrp="1"/>
          </p:cNvSpPr>
          <p:nvPr/>
        </p:nvSpPr>
        <p:spPr>
          <a:xfrm xmlns:a="http://schemas.openxmlformats.org/drawingml/2006/main">
            <a:off x="533400" y="3200400"/>
            <a:ext cx="328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7382C"/>
                </a:solidFill>
                <a:latin typeface="Arial"/>
                <a:ea typeface="Arial"/>
                <a:cs typeface="Arial"/>
              </a:defRPr>
            </a:defPPr>
            <a:lvl1pPr algn="l">
              <a:buNone/>
              <a:defRPr sz="1875" b="0">
                <a:solidFill>
                  <a:srgbClr val="52665A"/>
                </a:solidFill>
                <a:latin typeface="Arial"/>
                <a:ea typeface="Arial"/>
                <a:cs typeface="Arial"/>
              </a:defRPr>
            </a:lvl1pPr>
            <a:lvl2pPr algn="l">
              <a:buNone/>
              <a:defRPr sz="1875" b="0">
                <a:solidFill>
                  <a:srgbClr val="52665A"/>
                </a:solidFill>
                <a:latin typeface="Arial"/>
                <a:ea typeface="Arial"/>
                <a:cs typeface="Arial"/>
              </a:defRPr>
            </a:lvl2pPr>
            <a:lvl3pPr algn="l">
              <a:buNone/>
              <a:defRPr sz="1875" b="0">
                <a:solidFill>
                  <a:srgbClr val="52665A"/>
                </a:solidFill>
                <a:latin typeface="Arial"/>
                <a:ea typeface="Arial"/>
                <a:cs typeface="Arial"/>
              </a:defRPr>
            </a:lvl3pPr>
            <a:lvl4pPr algn="l">
              <a:buNone/>
              <a:defRPr sz="1875" b="0">
                <a:solidFill>
                  <a:srgbClr val="52665A"/>
                </a:solidFill>
                <a:latin typeface="Arial"/>
                <a:ea typeface="Arial"/>
                <a:cs typeface="Arial"/>
              </a:defRPr>
            </a:lvl4pPr>
            <a:lvl5pPr algn="l">
              <a:buNone/>
              <a:defRPr sz="1875" b="0">
                <a:solidFill>
                  <a:srgbClr val="52665A"/>
                </a:solidFill>
                <a:latin typeface="Arial"/>
                <a:ea typeface="Arial"/>
                <a:cs typeface="Arial"/>
              </a:defRPr>
            </a:lvl5pPr>
            <a:lvl6pPr algn="l">
              <a:buNone/>
              <a:defRPr sz="1875" b="0">
                <a:solidFill>
                  <a:srgbClr val="52665A"/>
                </a:solidFill>
                <a:latin typeface="Arial"/>
                <a:ea typeface="Arial"/>
                <a:cs typeface="Arial"/>
              </a:defRPr>
            </a:lvl6pPr>
            <a:lvl7pPr algn="l">
              <a:buNone/>
              <a:defRPr sz="1875" b="0">
                <a:solidFill>
                  <a:srgbClr val="52665A"/>
                </a:solidFill>
                <a:latin typeface="Arial"/>
                <a:ea typeface="Arial"/>
                <a:cs typeface="Arial"/>
              </a:defRPr>
            </a:lvl7pPr>
            <a:lvl8pPr algn="l">
              <a:buNone/>
              <a:defRPr sz="1875" b="0">
                <a:solidFill>
                  <a:srgbClr val="52665A"/>
                </a:solidFill>
                <a:latin typeface="Arial"/>
                <a:ea typeface="Arial"/>
                <a:cs typeface="Arial"/>
              </a:defRPr>
            </a:lvl8pPr>
            <a:lvl9pPr algn="l">
              <a:buNone/>
              <a:defRPr sz="1875" b="0">
                <a:solidFill>
                  <a:srgbClr val="52665A"/>
                </a:solidFill>
                <a:latin typeface="Arial"/>
                <a:ea typeface="Arial"/>
                <a:cs typeface="Arial"/>
              </a:defRPr>
            </a:lvl9pPr>
          </a:lstStyle>
          <a:p xmlns:a="http://schemas.openxmlformats.org/drawingml/2006/main">
            <a:pPr algn="l">
              <a:buNone/>
              <a:defRPr sz="2550" b="1">
                <a:solidFill>
                  <a:srgbClr val="17382C"/>
                </a:solidFill>
                <a:latin typeface="Arial"/>
                <a:ea typeface="Arial"/>
                <a:cs typeface="Arial"/>
              </a:defRPr>
            </a:pPr>
            <a:r>
              <a:rPr sz="2550" b="1">
                <a:solidFill>
                  <a:srgbClr val="17382C"/>
                </a:solidFill>
                <a:latin typeface="Arial"/>
                <a:ea typeface="Arial"/>
                <a:cs typeface="Arial"/>
              </a:rPr>
              <a:t>Pesan kontak</a:t>
            </a:r>
          </a:p>
        </p:txBody>
      </p:sp>
      <p:sp>
        <p:nvSpPr>
          <p:cNvPr id="6" name="Baca di Pesan masuk.&#10;Hubungi pengirim,&#10;lalu simpan status.">
            <a:extLst xmlns:a="http://schemas.openxmlformats.org/drawingml/2006/main">
              <a:ext uri="{FF2B5EF4-FFF2-40B4-BE49-F238E27FC236}">
                <a16:creationId xmlns:a16="http://schemas.microsoft.com/office/drawing/2014/main" id="{E02C1C8D-7C77-413D-83B6-358F1770E2D9}"/>
              </a:ext>
            </a:extLst>
          </p:cNvPr>
          <p:cNvSpPr>
            <a:spLocks xmlns:a="http://schemas.openxmlformats.org/drawingml/2006/main" noGrp="1"/>
          </p:cNvSpPr>
          <p:nvPr/>
        </p:nvSpPr>
        <p:spPr>
          <a:xfrm xmlns:a="http://schemas.openxmlformats.org/drawingml/2006/main">
            <a:off x="533400" y="3905250"/>
            <a:ext cx="3286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17382C"/>
                </a:solidFill>
                <a:latin typeface="Arial"/>
                <a:ea typeface="Arial"/>
                <a:cs typeface="Arial"/>
              </a:defRPr>
            </a:defPPr>
            <a:lvl1pPr algn="l">
              <a:buNone/>
              <a:defRPr sz="2475" b="1">
                <a:solidFill>
                  <a:srgbClr val="166534"/>
                </a:solidFill>
                <a:latin typeface="Arial"/>
                <a:ea typeface="Arial"/>
                <a:cs typeface="Arial"/>
              </a:defRPr>
            </a:lvl1pPr>
            <a:lvl2pPr algn="l">
              <a:buNone/>
              <a:defRPr sz="2475" b="1">
                <a:solidFill>
                  <a:srgbClr val="166534"/>
                </a:solidFill>
                <a:latin typeface="Arial"/>
                <a:ea typeface="Arial"/>
                <a:cs typeface="Arial"/>
              </a:defRPr>
            </a:lvl2pPr>
            <a:lvl3pPr algn="l">
              <a:buNone/>
              <a:defRPr sz="2475" b="1">
                <a:solidFill>
                  <a:srgbClr val="166534"/>
                </a:solidFill>
                <a:latin typeface="Arial"/>
                <a:ea typeface="Arial"/>
                <a:cs typeface="Arial"/>
              </a:defRPr>
            </a:lvl3pPr>
            <a:lvl4pPr algn="l">
              <a:buNone/>
              <a:defRPr sz="2475" b="1">
                <a:solidFill>
                  <a:srgbClr val="166534"/>
                </a:solidFill>
                <a:latin typeface="Arial"/>
                <a:ea typeface="Arial"/>
                <a:cs typeface="Arial"/>
              </a:defRPr>
            </a:lvl4pPr>
            <a:lvl5pPr algn="l">
              <a:buNone/>
              <a:defRPr sz="2475" b="1">
                <a:solidFill>
                  <a:srgbClr val="166534"/>
                </a:solidFill>
                <a:latin typeface="Arial"/>
                <a:ea typeface="Arial"/>
                <a:cs typeface="Arial"/>
              </a:defRPr>
            </a:lvl5pPr>
            <a:lvl6pPr algn="l">
              <a:buNone/>
              <a:defRPr sz="2475" b="1">
                <a:solidFill>
                  <a:srgbClr val="166534"/>
                </a:solidFill>
                <a:latin typeface="Arial"/>
                <a:ea typeface="Arial"/>
                <a:cs typeface="Arial"/>
              </a:defRPr>
            </a:lvl6pPr>
            <a:lvl7pPr algn="l">
              <a:buNone/>
              <a:defRPr sz="2475" b="1">
                <a:solidFill>
                  <a:srgbClr val="166534"/>
                </a:solidFill>
                <a:latin typeface="Arial"/>
                <a:ea typeface="Arial"/>
                <a:cs typeface="Arial"/>
              </a:defRPr>
            </a:lvl7pPr>
            <a:lvl8pPr algn="l">
              <a:buNone/>
              <a:defRPr sz="2475" b="1">
                <a:solidFill>
                  <a:srgbClr val="166534"/>
                </a:solidFill>
                <a:latin typeface="Arial"/>
                <a:ea typeface="Arial"/>
                <a:cs typeface="Arial"/>
              </a:defRPr>
            </a:lvl8pPr>
            <a:lvl9pPr algn="l">
              <a:buNone/>
              <a:defRPr sz="2475" b="1">
                <a:solidFill>
                  <a:srgbClr val="166534"/>
                </a:solidFill>
                <a:latin typeface="Arial"/>
                <a:ea typeface="Arial"/>
                <a:cs typeface="Arial"/>
              </a:defRPr>
            </a:lvl9pPr>
          </a:lstStyle>
          <a:p xmlns:a="http://schemas.openxmlformats.org/drawingml/2006/main">
            <a:pPr algn="l">
              <a:buNone/>
              <a:defRPr sz="2100" b="0">
                <a:solidFill>
                  <a:srgbClr val="17382C"/>
                </a:solidFill>
                <a:latin typeface="Arial"/>
                <a:ea typeface="Arial"/>
                <a:cs typeface="Arial"/>
              </a:defRPr>
            </a:pPr>
            <a:r>
              <a:rPr sz="2100" b="0">
                <a:solidFill>
                  <a:srgbClr val="17382C"/>
                </a:solidFill>
                <a:latin typeface="Arial"/>
                <a:ea typeface="Arial"/>
                <a:cs typeface="Arial"/>
              </a:rPr>
              <a:t>Baca di Pesan masuk.</a:t>
            </a:r>
          </a:p>
          <a:p xmlns:a="http://schemas.openxmlformats.org/drawingml/2006/main">
            <a:pPr algn="l">
              <a:buNone/>
              <a:defRPr sz="2100" b="0">
                <a:solidFill>
                  <a:srgbClr val="17382C"/>
                </a:solidFill>
                <a:latin typeface="Arial"/>
                <a:ea typeface="Arial"/>
                <a:cs typeface="Arial"/>
              </a:defRPr>
            </a:pPr>
            <a:r>
              <a:rPr sz="2100" b="0">
                <a:solidFill>
                  <a:srgbClr val="17382C"/>
                </a:solidFill>
                <a:latin typeface="Arial"/>
                <a:ea typeface="Arial"/>
                <a:cs typeface="Arial"/>
              </a:rPr>
              <a:t>Hubungi pengirim,</a:t>
            </a:r>
          </a:p>
          <a:p xmlns:a="http://schemas.openxmlformats.org/drawingml/2006/main">
            <a:pPr algn="l">
              <a:buNone/>
              <a:defRPr sz="2100" b="0">
                <a:solidFill>
                  <a:srgbClr val="17382C"/>
                </a:solidFill>
                <a:latin typeface="Arial"/>
                <a:ea typeface="Arial"/>
                <a:cs typeface="Arial"/>
              </a:defRPr>
            </a:pPr>
            <a:r>
              <a:rPr sz="2100" b="0">
                <a:solidFill>
                  <a:srgbClr val="17382C"/>
                </a:solidFill>
                <a:latin typeface="Arial"/>
                <a:ea typeface="Arial"/>
                <a:cs typeface="Arial"/>
              </a:rPr>
              <a:t>lalu simpan status.</a:t>
            </a:r>
          </a:p>
        </p:txBody>
      </p:sp>
      <p:sp>
        <p:nvSpPr>
          <p:cNvPr id="7" name="Status tidak otomatis&#10;mengirim balasan.">
            <a:extLst xmlns:a="http://schemas.openxmlformats.org/drawingml/2006/main">
              <a:ext uri="{FF2B5EF4-FFF2-40B4-BE49-F238E27FC236}">
                <a16:creationId xmlns:a16="http://schemas.microsoft.com/office/drawing/2014/main" id="{D5117881-0175-40A2-A408-379527B0C674}"/>
              </a:ext>
            </a:extLst>
          </p:cNvPr>
          <p:cNvSpPr>
            <a:spLocks xmlns:a="http://schemas.openxmlformats.org/drawingml/2006/main" noGrp="1"/>
          </p:cNvSpPr>
          <p:nvPr/>
        </p:nvSpPr>
        <p:spPr>
          <a:xfrm xmlns:a="http://schemas.openxmlformats.org/drawingml/2006/main">
            <a:off x="533400" y="5610225"/>
            <a:ext cx="328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0">
                <a:solidFill>
                  <a:srgbClr val="64756A"/>
                </a:solidFill>
                <a:latin typeface="Arial"/>
                <a:ea typeface="Arial"/>
                <a:cs typeface="Arial"/>
              </a:defRPr>
            </a:defPPr>
            <a:lvl1pPr algn="l">
              <a:buNone/>
              <a:defRPr sz="2100" b="0">
                <a:solidFill>
                  <a:srgbClr val="253E30"/>
                </a:solidFill>
                <a:latin typeface="Arial"/>
                <a:ea typeface="Arial"/>
                <a:cs typeface="Arial"/>
              </a:defRPr>
            </a:lvl1pPr>
            <a:lvl2pPr algn="l">
              <a:buNone/>
              <a:defRPr sz="2100" b="0">
                <a:solidFill>
                  <a:srgbClr val="253E30"/>
                </a:solidFill>
                <a:latin typeface="Arial"/>
                <a:ea typeface="Arial"/>
                <a:cs typeface="Arial"/>
              </a:defRPr>
            </a:lvl2pPr>
            <a:lvl3pPr algn="l">
              <a:buNone/>
              <a:defRPr sz="2100" b="0">
                <a:solidFill>
                  <a:srgbClr val="253E30"/>
                </a:solidFill>
                <a:latin typeface="Arial"/>
                <a:ea typeface="Arial"/>
                <a:cs typeface="Arial"/>
              </a:defRPr>
            </a:lvl3pPr>
            <a:lvl4pPr algn="l">
              <a:buNone/>
              <a:defRPr sz="2100" b="0">
                <a:solidFill>
                  <a:srgbClr val="253E30"/>
                </a:solidFill>
                <a:latin typeface="Arial"/>
                <a:ea typeface="Arial"/>
                <a:cs typeface="Arial"/>
              </a:defRPr>
            </a:lvl4pPr>
            <a:lvl5pPr algn="l">
              <a:buNone/>
              <a:defRPr sz="2100" b="0">
                <a:solidFill>
                  <a:srgbClr val="253E30"/>
                </a:solidFill>
                <a:latin typeface="Arial"/>
                <a:ea typeface="Arial"/>
                <a:cs typeface="Arial"/>
              </a:defRPr>
            </a:lvl5pPr>
            <a:lvl6pPr algn="l">
              <a:buNone/>
              <a:defRPr sz="2100" b="0">
                <a:solidFill>
                  <a:srgbClr val="253E30"/>
                </a:solidFill>
                <a:latin typeface="Arial"/>
                <a:ea typeface="Arial"/>
                <a:cs typeface="Arial"/>
              </a:defRPr>
            </a:lvl6pPr>
            <a:lvl7pPr algn="l">
              <a:buNone/>
              <a:defRPr sz="2100" b="0">
                <a:solidFill>
                  <a:srgbClr val="253E30"/>
                </a:solidFill>
                <a:latin typeface="Arial"/>
                <a:ea typeface="Arial"/>
                <a:cs typeface="Arial"/>
              </a:defRPr>
            </a:lvl7pPr>
            <a:lvl8pPr algn="l">
              <a:buNone/>
              <a:defRPr sz="2100" b="0">
                <a:solidFill>
                  <a:srgbClr val="253E30"/>
                </a:solidFill>
                <a:latin typeface="Arial"/>
                <a:ea typeface="Arial"/>
                <a:cs typeface="Arial"/>
              </a:defRPr>
            </a:lvl8pPr>
            <a:lvl9pPr algn="l">
              <a:buNone/>
              <a:defRPr sz="2100" b="0">
                <a:solidFill>
                  <a:srgbClr val="253E30"/>
                </a:solidFill>
                <a:latin typeface="Arial"/>
                <a:ea typeface="Arial"/>
                <a:cs typeface="Arial"/>
              </a:defRPr>
            </a:lvl9pPr>
          </a:lstStyle>
          <a:p xmlns:a="http://schemas.openxmlformats.org/drawingml/2006/main">
            <a:pPr algn="l">
              <a:buNone/>
              <a:defRPr sz="1800" b="0">
                <a:solidFill>
                  <a:srgbClr val="64756A"/>
                </a:solidFill>
                <a:latin typeface="Arial"/>
                <a:ea typeface="Arial"/>
                <a:cs typeface="Arial"/>
              </a:defRPr>
            </a:pPr>
            <a:r>
              <a:rPr sz="1800" b="0">
                <a:solidFill>
                  <a:srgbClr val="64756A"/>
                </a:solidFill>
                <a:latin typeface="Arial"/>
                <a:ea typeface="Arial"/>
                <a:cs typeface="Arial"/>
              </a:rPr>
              <a:t>Status tidak otomatis</a:t>
            </a:r>
          </a:p>
          <a:p xmlns:a="http://schemas.openxmlformats.org/drawingml/2006/main">
            <a:pPr algn="l">
              <a:buNone/>
              <a:defRPr sz="1800" b="0">
                <a:solidFill>
                  <a:srgbClr val="64756A"/>
                </a:solidFill>
                <a:latin typeface="Arial"/>
                <a:ea typeface="Arial"/>
                <a:cs typeface="Arial"/>
              </a:defRPr>
            </a:pPr>
            <a:r>
              <a:rPr sz="1800" b="0">
                <a:solidFill>
                  <a:srgbClr val="64756A"/>
                </a:solidFill>
                <a:latin typeface="Arial"/>
                <a:ea typeface="Arial"/>
                <a:cs typeface="Arial"/>
              </a:rPr>
              <a:t>mengirim balasan.</a:t>
            </a:r>
          </a:p>
        </p:txBody>
      </p:sp>
      <p:sp>
        <p:nvSpPr>
          <p:cNvPr id="8" name="02">
            <a:extLst xmlns:a="http://schemas.openxmlformats.org/drawingml/2006/main">
              <a:ext uri="{FF2B5EF4-FFF2-40B4-BE49-F238E27FC236}">
                <a16:creationId xmlns:a16="http://schemas.microsoft.com/office/drawing/2014/main" id="{EBC096E5-CCBD-4035-9D2A-3131ED60E71C}"/>
              </a:ext>
            </a:extLst>
          </p:cNvPr>
          <p:cNvSpPr>
            <a:spLocks xmlns:a="http://schemas.openxmlformats.org/drawingml/2006/main" noGrp="1"/>
          </p:cNvSpPr>
          <p:nvPr/>
        </p:nvSpPr>
        <p:spPr>
          <a:xfrm xmlns:a="http://schemas.openxmlformats.org/drawingml/2006/main">
            <a:off x="4362450" y="1857375"/>
            <a:ext cx="3286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6825" b="1">
                <a:solidFill>
                  <a:srgbClr val="B38B4F"/>
                </a:solidFill>
                <a:latin typeface="Arial"/>
                <a:ea typeface="Arial"/>
                <a:cs typeface="Arial"/>
              </a:defRPr>
            </a:defPPr>
            <a:lvl1pPr algn="l">
              <a:buNone/>
              <a:defRPr sz="1875" b="0">
                <a:solidFill>
                  <a:srgbClr val="52665A"/>
                </a:solidFill>
                <a:latin typeface="Arial"/>
                <a:ea typeface="Arial"/>
                <a:cs typeface="Arial"/>
              </a:defRPr>
            </a:lvl1pPr>
            <a:lvl2pPr algn="l">
              <a:buNone/>
              <a:defRPr sz="1875" b="0">
                <a:solidFill>
                  <a:srgbClr val="52665A"/>
                </a:solidFill>
                <a:latin typeface="Arial"/>
                <a:ea typeface="Arial"/>
                <a:cs typeface="Arial"/>
              </a:defRPr>
            </a:lvl2pPr>
            <a:lvl3pPr algn="l">
              <a:buNone/>
              <a:defRPr sz="1875" b="0">
                <a:solidFill>
                  <a:srgbClr val="52665A"/>
                </a:solidFill>
                <a:latin typeface="Arial"/>
                <a:ea typeface="Arial"/>
                <a:cs typeface="Arial"/>
              </a:defRPr>
            </a:lvl3pPr>
            <a:lvl4pPr algn="l">
              <a:buNone/>
              <a:defRPr sz="1875" b="0">
                <a:solidFill>
                  <a:srgbClr val="52665A"/>
                </a:solidFill>
                <a:latin typeface="Arial"/>
                <a:ea typeface="Arial"/>
                <a:cs typeface="Arial"/>
              </a:defRPr>
            </a:lvl4pPr>
            <a:lvl5pPr algn="l">
              <a:buNone/>
              <a:defRPr sz="1875" b="0">
                <a:solidFill>
                  <a:srgbClr val="52665A"/>
                </a:solidFill>
                <a:latin typeface="Arial"/>
                <a:ea typeface="Arial"/>
                <a:cs typeface="Arial"/>
              </a:defRPr>
            </a:lvl5pPr>
            <a:lvl6pPr algn="l">
              <a:buNone/>
              <a:defRPr sz="1875" b="0">
                <a:solidFill>
                  <a:srgbClr val="52665A"/>
                </a:solidFill>
                <a:latin typeface="Arial"/>
                <a:ea typeface="Arial"/>
                <a:cs typeface="Arial"/>
              </a:defRPr>
            </a:lvl6pPr>
            <a:lvl7pPr algn="l">
              <a:buNone/>
              <a:defRPr sz="1875" b="0">
                <a:solidFill>
                  <a:srgbClr val="52665A"/>
                </a:solidFill>
                <a:latin typeface="Arial"/>
                <a:ea typeface="Arial"/>
                <a:cs typeface="Arial"/>
              </a:defRPr>
            </a:lvl7pPr>
            <a:lvl8pPr algn="l">
              <a:buNone/>
              <a:defRPr sz="1875" b="0">
                <a:solidFill>
                  <a:srgbClr val="52665A"/>
                </a:solidFill>
                <a:latin typeface="Arial"/>
                <a:ea typeface="Arial"/>
                <a:cs typeface="Arial"/>
              </a:defRPr>
            </a:lvl8pPr>
            <a:lvl9pPr algn="l">
              <a:buNone/>
              <a:defRPr sz="1875" b="0">
                <a:solidFill>
                  <a:srgbClr val="52665A"/>
                </a:solidFill>
                <a:latin typeface="Arial"/>
                <a:ea typeface="Arial"/>
                <a:cs typeface="Arial"/>
              </a:defRPr>
            </a:lvl9pPr>
          </a:lstStyle>
          <a:p xmlns:a="http://schemas.openxmlformats.org/drawingml/2006/main">
            <a:pPr algn="l">
              <a:buNone/>
              <a:defRPr sz="6825" b="1">
                <a:solidFill>
                  <a:srgbClr val="B38B4F"/>
                </a:solidFill>
                <a:latin typeface="Arial"/>
                <a:ea typeface="Arial"/>
                <a:cs typeface="Arial"/>
              </a:defRPr>
            </a:pPr>
            <a:r>
              <a:rPr sz="6825" b="1">
                <a:solidFill>
                  <a:srgbClr val="B38B4F"/>
                </a:solidFill>
                <a:latin typeface="Arial"/>
                <a:ea typeface="Arial"/>
                <a:cs typeface="Arial"/>
              </a:rPr>
              <a:t>02</a:t>
            </a:r>
          </a:p>
        </p:txBody>
      </p:sp>
      <p:sp>
        <p:nvSpPr>
          <p:cNvPr id="9" name="Pendaftaran">
            <a:extLst xmlns:a="http://schemas.openxmlformats.org/drawingml/2006/main">
              <a:ext uri="{FF2B5EF4-FFF2-40B4-BE49-F238E27FC236}">
                <a16:creationId xmlns:a16="http://schemas.microsoft.com/office/drawing/2014/main" id="{2A04F4FF-5516-4B18-87E4-6A5B4FC4E581}"/>
              </a:ext>
            </a:extLst>
          </p:cNvPr>
          <p:cNvSpPr>
            <a:spLocks xmlns:a="http://schemas.openxmlformats.org/drawingml/2006/main" noGrp="1"/>
          </p:cNvSpPr>
          <p:nvPr/>
        </p:nvSpPr>
        <p:spPr>
          <a:xfrm xmlns:a="http://schemas.openxmlformats.org/drawingml/2006/main">
            <a:off x="4362450" y="3200400"/>
            <a:ext cx="328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7382C"/>
                </a:solidFill>
                <a:latin typeface="Arial"/>
                <a:ea typeface="Arial"/>
                <a:cs typeface="Arial"/>
              </a:defRPr>
            </a:defPPr>
            <a:lvl1pPr algn="l">
              <a:buNone/>
              <a:defRPr sz="2475" b="1">
                <a:solidFill>
                  <a:srgbClr val="166534"/>
                </a:solidFill>
                <a:latin typeface="Arial"/>
                <a:ea typeface="Arial"/>
                <a:cs typeface="Arial"/>
              </a:defRPr>
            </a:lvl1pPr>
            <a:lvl2pPr algn="l">
              <a:buNone/>
              <a:defRPr sz="2475" b="1">
                <a:solidFill>
                  <a:srgbClr val="166534"/>
                </a:solidFill>
                <a:latin typeface="Arial"/>
                <a:ea typeface="Arial"/>
                <a:cs typeface="Arial"/>
              </a:defRPr>
            </a:lvl2pPr>
            <a:lvl3pPr algn="l">
              <a:buNone/>
              <a:defRPr sz="2475" b="1">
                <a:solidFill>
                  <a:srgbClr val="166534"/>
                </a:solidFill>
                <a:latin typeface="Arial"/>
                <a:ea typeface="Arial"/>
                <a:cs typeface="Arial"/>
              </a:defRPr>
            </a:lvl3pPr>
            <a:lvl4pPr algn="l">
              <a:buNone/>
              <a:defRPr sz="2475" b="1">
                <a:solidFill>
                  <a:srgbClr val="166534"/>
                </a:solidFill>
                <a:latin typeface="Arial"/>
                <a:ea typeface="Arial"/>
                <a:cs typeface="Arial"/>
              </a:defRPr>
            </a:lvl4pPr>
            <a:lvl5pPr algn="l">
              <a:buNone/>
              <a:defRPr sz="2475" b="1">
                <a:solidFill>
                  <a:srgbClr val="166534"/>
                </a:solidFill>
                <a:latin typeface="Arial"/>
                <a:ea typeface="Arial"/>
                <a:cs typeface="Arial"/>
              </a:defRPr>
            </a:lvl5pPr>
            <a:lvl6pPr algn="l">
              <a:buNone/>
              <a:defRPr sz="2475" b="1">
                <a:solidFill>
                  <a:srgbClr val="166534"/>
                </a:solidFill>
                <a:latin typeface="Arial"/>
                <a:ea typeface="Arial"/>
                <a:cs typeface="Arial"/>
              </a:defRPr>
            </a:lvl6pPr>
            <a:lvl7pPr algn="l">
              <a:buNone/>
              <a:defRPr sz="2475" b="1">
                <a:solidFill>
                  <a:srgbClr val="166534"/>
                </a:solidFill>
                <a:latin typeface="Arial"/>
                <a:ea typeface="Arial"/>
                <a:cs typeface="Arial"/>
              </a:defRPr>
            </a:lvl7pPr>
            <a:lvl8pPr algn="l">
              <a:buNone/>
              <a:defRPr sz="2475" b="1">
                <a:solidFill>
                  <a:srgbClr val="166534"/>
                </a:solidFill>
                <a:latin typeface="Arial"/>
                <a:ea typeface="Arial"/>
                <a:cs typeface="Arial"/>
              </a:defRPr>
            </a:lvl8pPr>
            <a:lvl9pPr algn="l">
              <a:buNone/>
              <a:defRPr sz="2475" b="1">
                <a:solidFill>
                  <a:srgbClr val="166534"/>
                </a:solidFill>
                <a:latin typeface="Arial"/>
                <a:ea typeface="Arial"/>
                <a:cs typeface="Arial"/>
              </a:defRPr>
            </a:lvl9pPr>
          </a:lstStyle>
          <a:p xmlns:a="http://schemas.openxmlformats.org/drawingml/2006/main">
            <a:pPr algn="l">
              <a:buNone/>
              <a:defRPr sz="2550" b="1">
                <a:solidFill>
                  <a:srgbClr val="17382C"/>
                </a:solidFill>
                <a:latin typeface="Arial"/>
                <a:ea typeface="Arial"/>
                <a:cs typeface="Arial"/>
              </a:defRPr>
            </a:pPr>
            <a:r>
              <a:rPr sz="2550" b="1">
                <a:solidFill>
                  <a:srgbClr val="17382C"/>
                </a:solidFill>
                <a:latin typeface="Arial"/>
                <a:ea typeface="Arial"/>
                <a:cs typeface="Arial"/>
              </a:rPr>
              <a:t>Pendaftaran</a:t>
            </a:r>
          </a:p>
        </p:txBody>
      </p:sp>
      <p:sp>
        <p:nvSpPr>
          <p:cNvPr id="10" name="Buka Google Sheets.&#10;Cek data dan lampiran,&#10;lalu hubungi wali">
            <a:extLst xmlns:a="http://schemas.openxmlformats.org/drawingml/2006/main">
              <a:ext uri="{FF2B5EF4-FFF2-40B4-BE49-F238E27FC236}">
                <a16:creationId xmlns:a16="http://schemas.microsoft.com/office/drawing/2014/main" id="{5E6E5B2C-D5A9-46BB-9809-0317E6B76633}"/>
              </a:ext>
            </a:extLst>
          </p:cNvPr>
          <p:cNvSpPr>
            <a:spLocks xmlns:a="http://schemas.openxmlformats.org/drawingml/2006/main" noGrp="1"/>
          </p:cNvSpPr>
          <p:nvPr/>
        </p:nvSpPr>
        <p:spPr>
          <a:xfrm xmlns:a="http://schemas.openxmlformats.org/drawingml/2006/main">
            <a:off x="4362450" y="3905250"/>
            <a:ext cx="3286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17382C"/>
                </a:solidFill>
                <a:latin typeface="Arial"/>
                <a:ea typeface="Arial"/>
                <a:cs typeface="Arial"/>
              </a:defRPr>
            </a:defPPr>
            <a:lvl1pPr algn="l">
              <a:buNone/>
              <a:defRPr sz="2100" b="0">
                <a:solidFill>
                  <a:srgbClr val="253E30"/>
                </a:solidFill>
                <a:latin typeface="Arial"/>
                <a:ea typeface="Arial"/>
                <a:cs typeface="Arial"/>
              </a:defRPr>
            </a:lvl1pPr>
            <a:lvl2pPr algn="l">
              <a:buNone/>
              <a:defRPr sz="2100" b="0">
                <a:solidFill>
                  <a:srgbClr val="253E30"/>
                </a:solidFill>
                <a:latin typeface="Arial"/>
                <a:ea typeface="Arial"/>
                <a:cs typeface="Arial"/>
              </a:defRPr>
            </a:lvl2pPr>
            <a:lvl3pPr algn="l">
              <a:buNone/>
              <a:defRPr sz="2100" b="0">
                <a:solidFill>
                  <a:srgbClr val="253E30"/>
                </a:solidFill>
                <a:latin typeface="Arial"/>
                <a:ea typeface="Arial"/>
                <a:cs typeface="Arial"/>
              </a:defRPr>
            </a:lvl3pPr>
            <a:lvl4pPr algn="l">
              <a:buNone/>
              <a:defRPr sz="2100" b="0">
                <a:solidFill>
                  <a:srgbClr val="253E30"/>
                </a:solidFill>
                <a:latin typeface="Arial"/>
                <a:ea typeface="Arial"/>
                <a:cs typeface="Arial"/>
              </a:defRPr>
            </a:lvl4pPr>
            <a:lvl5pPr algn="l">
              <a:buNone/>
              <a:defRPr sz="2100" b="0">
                <a:solidFill>
                  <a:srgbClr val="253E30"/>
                </a:solidFill>
                <a:latin typeface="Arial"/>
                <a:ea typeface="Arial"/>
                <a:cs typeface="Arial"/>
              </a:defRPr>
            </a:lvl5pPr>
            <a:lvl6pPr algn="l">
              <a:buNone/>
              <a:defRPr sz="2100" b="0">
                <a:solidFill>
                  <a:srgbClr val="253E30"/>
                </a:solidFill>
                <a:latin typeface="Arial"/>
                <a:ea typeface="Arial"/>
                <a:cs typeface="Arial"/>
              </a:defRPr>
            </a:lvl6pPr>
            <a:lvl7pPr algn="l">
              <a:buNone/>
              <a:defRPr sz="2100" b="0">
                <a:solidFill>
                  <a:srgbClr val="253E30"/>
                </a:solidFill>
                <a:latin typeface="Arial"/>
                <a:ea typeface="Arial"/>
                <a:cs typeface="Arial"/>
              </a:defRPr>
            </a:lvl7pPr>
            <a:lvl8pPr algn="l">
              <a:buNone/>
              <a:defRPr sz="2100" b="0">
                <a:solidFill>
                  <a:srgbClr val="253E30"/>
                </a:solidFill>
                <a:latin typeface="Arial"/>
                <a:ea typeface="Arial"/>
                <a:cs typeface="Arial"/>
              </a:defRPr>
            </a:lvl8pPr>
            <a:lvl9pPr algn="l">
              <a:buNone/>
              <a:defRPr sz="2100" b="0">
                <a:solidFill>
                  <a:srgbClr val="253E30"/>
                </a:solidFill>
                <a:latin typeface="Arial"/>
                <a:ea typeface="Arial"/>
                <a:cs typeface="Arial"/>
              </a:defRPr>
            </a:lvl9pPr>
          </a:lstStyle>
          <a:p xmlns:a="http://schemas.openxmlformats.org/drawingml/2006/main">
            <a:pPr algn="l">
              <a:buNone/>
              <a:defRPr sz="2100" b="0">
                <a:solidFill>
                  <a:srgbClr val="17382C"/>
                </a:solidFill>
                <a:latin typeface="Arial"/>
                <a:ea typeface="Arial"/>
                <a:cs typeface="Arial"/>
              </a:defRPr>
            </a:pPr>
            <a:r>
              <a:rPr sz="2100" b="0">
                <a:solidFill>
                  <a:srgbClr val="17382C"/>
                </a:solidFill>
                <a:latin typeface="Arial"/>
                <a:ea typeface="Arial"/>
                <a:cs typeface="Arial"/>
              </a:rPr>
              <a:t>Buka Google Sheets.</a:t>
            </a:r>
          </a:p>
          <a:p xmlns:a="http://schemas.openxmlformats.org/drawingml/2006/main">
            <a:pPr algn="l">
              <a:buNone/>
              <a:defRPr sz="2100" b="0">
                <a:solidFill>
                  <a:srgbClr val="17382C"/>
                </a:solidFill>
                <a:latin typeface="Arial"/>
                <a:ea typeface="Arial"/>
                <a:cs typeface="Arial"/>
              </a:defRPr>
            </a:pPr>
            <a:r>
              <a:rPr sz="2100" b="0">
                <a:solidFill>
                  <a:srgbClr val="17382C"/>
                </a:solidFill>
                <a:latin typeface="Arial"/>
                <a:ea typeface="Arial"/>
                <a:cs typeface="Arial"/>
              </a:rPr>
              <a:t>Cek data dan lampiran,</a:t>
            </a:r>
          </a:p>
          <a:p xmlns:a="http://schemas.openxmlformats.org/drawingml/2006/main">
            <a:pPr algn="l">
              <a:buNone/>
              <a:defRPr sz="2100" b="0">
                <a:solidFill>
                  <a:srgbClr val="17382C"/>
                </a:solidFill>
                <a:latin typeface="Arial"/>
                <a:ea typeface="Arial"/>
                <a:cs typeface="Arial"/>
              </a:defRPr>
            </a:pPr>
            <a:r>
              <a:rPr sz="2100" b="0">
                <a:solidFill>
                  <a:srgbClr val="17382C"/>
                </a:solidFill>
                <a:latin typeface="Arial"/>
                <a:ea typeface="Arial"/>
                <a:cs typeface="Arial"/>
              </a:rPr>
              <a:t>lalu hubungi wali.</a:t>
            </a:r>
          </a:p>
        </p:txBody>
      </p:sp>
      <p:sp>
        <p:nvSpPr>
          <p:cNvPr id="11" name="Gunakan akun Google&#10;yang diberi akses.">
            <a:extLst xmlns:a="http://schemas.openxmlformats.org/drawingml/2006/main">
              <a:ext uri="{FF2B5EF4-FFF2-40B4-BE49-F238E27FC236}">
                <a16:creationId xmlns:a16="http://schemas.microsoft.com/office/drawing/2014/main" id="{E8EE92C7-17A1-4AFA-AEAE-9FAC699CC47A}"/>
              </a:ext>
            </a:extLst>
          </p:cNvPr>
          <p:cNvSpPr>
            <a:spLocks xmlns:a="http://schemas.openxmlformats.org/drawingml/2006/main" noGrp="1"/>
          </p:cNvSpPr>
          <p:nvPr/>
        </p:nvSpPr>
        <p:spPr>
          <a:xfrm xmlns:a="http://schemas.openxmlformats.org/drawingml/2006/main">
            <a:off x="4362450" y="5610225"/>
            <a:ext cx="328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0">
                <a:solidFill>
                  <a:srgbClr val="64756A"/>
                </a:solidFill>
                <a:latin typeface="Arial"/>
                <a:ea typeface="Arial"/>
                <a:cs typeface="Arial"/>
              </a:defRPr>
            </a:defPPr>
            <a:lvl1pPr algn="l">
              <a:buNone/>
              <a:defRPr sz="1875" b="0">
                <a:solidFill>
                  <a:srgbClr val="52665A"/>
                </a:solidFill>
                <a:latin typeface="Arial"/>
                <a:ea typeface="Arial"/>
                <a:cs typeface="Arial"/>
              </a:defRPr>
            </a:lvl1pPr>
            <a:lvl2pPr algn="l">
              <a:buNone/>
              <a:defRPr sz="1875" b="0">
                <a:solidFill>
                  <a:srgbClr val="52665A"/>
                </a:solidFill>
                <a:latin typeface="Arial"/>
                <a:ea typeface="Arial"/>
                <a:cs typeface="Arial"/>
              </a:defRPr>
            </a:lvl2pPr>
            <a:lvl3pPr algn="l">
              <a:buNone/>
              <a:defRPr sz="1875" b="0">
                <a:solidFill>
                  <a:srgbClr val="52665A"/>
                </a:solidFill>
                <a:latin typeface="Arial"/>
                <a:ea typeface="Arial"/>
                <a:cs typeface="Arial"/>
              </a:defRPr>
            </a:lvl3pPr>
            <a:lvl4pPr algn="l">
              <a:buNone/>
              <a:defRPr sz="1875" b="0">
                <a:solidFill>
                  <a:srgbClr val="52665A"/>
                </a:solidFill>
                <a:latin typeface="Arial"/>
                <a:ea typeface="Arial"/>
                <a:cs typeface="Arial"/>
              </a:defRPr>
            </a:lvl4pPr>
            <a:lvl5pPr algn="l">
              <a:buNone/>
              <a:defRPr sz="1875" b="0">
                <a:solidFill>
                  <a:srgbClr val="52665A"/>
                </a:solidFill>
                <a:latin typeface="Arial"/>
                <a:ea typeface="Arial"/>
                <a:cs typeface="Arial"/>
              </a:defRPr>
            </a:lvl5pPr>
            <a:lvl6pPr algn="l">
              <a:buNone/>
              <a:defRPr sz="1875" b="0">
                <a:solidFill>
                  <a:srgbClr val="52665A"/>
                </a:solidFill>
                <a:latin typeface="Arial"/>
                <a:ea typeface="Arial"/>
                <a:cs typeface="Arial"/>
              </a:defRPr>
            </a:lvl6pPr>
            <a:lvl7pPr algn="l">
              <a:buNone/>
              <a:defRPr sz="1875" b="0">
                <a:solidFill>
                  <a:srgbClr val="52665A"/>
                </a:solidFill>
                <a:latin typeface="Arial"/>
                <a:ea typeface="Arial"/>
                <a:cs typeface="Arial"/>
              </a:defRPr>
            </a:lvl7pPr>
            <a:lvl8pPr algn="l">
              <a:buNone/>
              <a:defRPr sz="1875" b="0">
                <a:solidFill>
                  <a:srgbClr val="52665A"/>
                </a:solidFill>
                <a:latin typeface="Arial"/>
                <a:ea typeface="Arial"/>
                <a:cs typeface="Arial"/>
              </a:defRPr>
            </a:lvl8pPr>
            <a:lvl9pPr algn="l">
              <a:buNone/>
              <a:defRPr sz="1875" b="0">
                <a:solidFill>
                  <a:srgbClr val="52665A"/>
                </a:solidFill>
                <a:latin typeface="Arial"/>
                <a:ea typeface="Arial"/>
                <a:cs typeface="Arial"/>
              </a:defRPr>
            </a:lvl9pPr>
          </a:lstStyle>
          <a:p xmlns:a="http://schemas.openxmlformats.org/drawingml/2006/main">
            <a:pPr algn="l">
              <a:buNone/>
              <a:defRPr sz="1800" b="0">
                <a:solidFill>
                  <a:srgbClr val="64756A"/>
                </a:solidFill>
                <a:latin typeface="Arial"/>
                <a:ea typeface="Arial"/>
                <a:cs typeface="Arial"/>
              </a:defRPr>
            </a:pPr>
            <a:r>
              <a:rPr sz="1800" b="0">
                <a:solidFill>
                  <a:srgbClr val="64756A"/>
                </a:solidFill>
                <a:latin typeface="Arial"/>
                <a:ea typeface="Arial"/>
                <a:cs typeface="Arial"/>
              </a:rPr>
              <a:t>Gunakan akun Google</a:t>
            </a:r>
          </a:p>
          <a:p xmlns:a="http://schemas.openxmlformats.org/drawingml/2006/main">
            <a:pPr algn="l">
              <a:buNone/>
              <a:defRPr sz="1800" b="0">
                <a:solidFill>
                  <a:srgbClr val="64756A"/>
                </a:solidFill>
                <a:latin typeface="Arial"/>
                <a:ea typeface="Arial"/>
                <a:cs typeface="Arial"/>
              </a:defRPr>
            </a:pPr>
            <a:r>
              <a:rPr sz="1800" b="0">
                <a:solidFill>
                  <a:srgbClr val="64756A"/>
                </a:solidFill>
                <a:latin typeface="Arial"/>
                <a:ea typeface="Arial"/>
                <a:cs typeface="Arial"/>
              </a:rPr>
              <a:t>yang diberi akses.</a:t>
            </a:r>
          </a:p>
        </p:txBody>
      </p:sp>
      <p:sp>
        <p:nvSpPr>
          <p:cNvPr id="13" name="03">
            <a:extLst xmlns:a="http://schemas.openxmlformats.org/drawingml/2006/main">
              <a:ext uri="{FF2B5EF4-FFF2-40B4-BE49-F238E27FC236}">
                <a16:creationId xmlns:a16="http://schemas.microsoft.com/office/drawing/2014/main" id="{1ACC4D3D-06E7-40CE-B2E2-3B586F40F354}"/>
              </a:ext>
            </a:extLst>
          </p:cNvPr>
          <p:cNvSpPr>
            <a:spLocks xmlns:a="http://schemas.openxmlformats.org/drawingml/2006/main" noGrp="1"/>
          </p:cNvSpPr>
          <p:nvPr/>
        </p:nvSpPr>
        <p:spPr>
          <a:xfrm xmlns:a="http://schemas.openxmlformats.org/drawingml/2006/main">
            <a:off x="8191500" y="1857375"/>
            <a:ext cx="3286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6825" b="1">
                <a:solidFill>
                  <a:srgbClr val="B38B4F"/>
                </a:solidFill>
                <a:latin typeface="Arial"/>
                <a:ea typeface="Arial"/>
                <a:cs typeface="Arial"/>
              </a:defRPr>
            </a:defPPr>
            <a:lvl1pPr algn="l">
              <a:defRPr sz="6825" b="1">
                <a:solidFill>
                  <a:srgbClr val="B38B4F"/>
                </a:solidFill>
                <a:latin typeface="Arial"/>
                <a:ea typeface="Arial"/>
                <a:cs typeface="Arial"/>
              </a:defRPr>
            </a:lvl1pPr>
            <a:lvl2pPr algn="l">
              <a:defRPr sz="6825" b="1">
                <a:solidFill>
                  <a:srgbClr val="B38B4F"/>
                </a:solidFill>
                <a:latin typeface="Arial"/>
                <a:ea typeface="Arial"/>
                <a:cs typeface="Arial"/>
              </a:defRPr>
            </a:lvl2pPr>
            <a:lvl3pPr algn="l">
              <a:defRPr sz="6825" b="1">
                <a:solidFill>
                  <a:srgbClr val="B38B4F"/>
                </a:solidFill>
                <a:latin typeface="Arial"/>
                <a:ea typeface="Arial"/>
                <a:cs typeface="Arial"/>
              </a:defRPr>
            </a:lvl3pPr>
            <a:lvl4pPr algn="l">
              <a:defRPr sz="6825" b="1">
                <a:solidFill>
                  <a:srgbClr val="B38B4F"/>
                </a:solidFill>
                <a:latin typeface="Arial"/>
                <a:ea typeface="Arial"/>
                <a:cs typeface="Arial"/>
              </a:defRPr>
            </a:lvl4pPr>
            <a:lvl5pPr algn="l">
              <a:defRPr sz="6825" b="1">
                <a:solidFill>
                  <a:srgbClr val="B38B4F"/>
                </a:solidFill>
                <a:latin typeface="Arial"/>
                <a:ea typeface="Arial"/>
                <a:cs typeface="Arial"/>
              </a:defRPr>
            </a:lvl5pPr>
            <a:lvl6pPr algn="l">
              <a:defRPr sz="6825" b="1">
                <a:solidFill>
                  <a:srgbClr val="B38B4F"/>
                </a:solidFill>
                <a:latin typeface="Arial"/>
                <a:ea typeface="Arial"/>
                <a:cs typeface="Arial"/>
              </a:defRPr>
            </a:lvl6pPr>
            <a:lvl7pPr algn="l">
              <a:defRPr sz="6825" b="1">
                <a:solidFill>
                  <a:srgbClr val="B38B4F"/>
                </a:solidFill>
                <a:latin typeface="Arial"/>
                <a:ea typeface="Arial"/>
                <a:cs typeface="Arial"/>
              </a:defRPr>
            </a:lvl7pPr>
            <a:lvl8pPr algn="l">
              <a:defRPr sz="6825" b="1">
                <a:solidFill>
                  <a:srgbClr val="B38B4F"/>
                </a:solidFill>
                <a:latin typeface="Arial"/>
                <a:ea typeface="Arial"/>
                <a:cs typeface="Arial"/>
              </a:defRPr>
            </a:lvl8pPr>
            <a:lvl9pPr algn="l">
              <a:defRPr sz="6825" b="1">
                <a:solidFill>
                  <a:srgbClr val="B38B4F"/>
                </a:solidFill>
                <a:latin typeface="Arial"/>
                <a:ea typeface="Arial"/>
                <a:cs typeface="Arial"/>
              </a:defRPr>
            </a:lvl9pPr>
          </a:lstStyle>
          <a:p xmlns:a="http://schemas.openxmlformats.org/drawingml/2006/main">
            <a:pPr algn="l">
              <a:defRPr sz="6825" b="1">
                <a:solidFill>
                  <a:srgbClr val="B38B4F"/>
                </a:solidFill>
                <a:latin typeface="Arial"/>
                <a:ea typeface="Arial"/>
                <a:cs typeface="Arial"/>
              </a:defRPr>
            </a:pPr>
            <a:r>
              <a:rPr sz="6825" b="1">
                <a:solidFill>
                  <a:srgbClr val="B38B4F"/>
                </a:solidFill>
                <a:latin typeface="Arial"/>
                <a:ea typeface="Arial"/>
                <a:cs typeface="Arial"/>
              </a:rPr>
              <a:t>03</a:t>
            </a:r>
          </a:p>
        </p:txBody>
      </p:sp>
      <p:sp>
        <p:nvSpPr>
          <p:cNvPr id="14" name="Donasi">
            <a:extLst xmlns:a="http://schemas.openxmlformats.org/drawingml/2006/main">
              <a:ext uri="{FF2B5EF4-FFF2-40B4-BE49-F238E27FC236}">
                <a16:creationId xmlns:a16="http://schemas.microsoft.com/office/drawing/2014/main" id="{18B9729B-C8BA-4736-86EB-4BDE384BB2DF}"/>
              </a:ext>
            </a:extLst>
          </p:cNvPr>
          <p:cNvSpPr>
            <a:spLocks xmlns:a="http://schemas.openxmlformats.org/drawingml/2006/main" noGrp="1"/>
          </p:cNvSpPr>
          <p:nvPr/>
        </p:nvSpPr>
        <p:spPr>
          <a:xfrm xmlns:a="http://schemas.openxmlformats.org/drawingml/2006/main">
            <a:off x="8191500" y="3200400"/>
            <a:ext cx="328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7382C"/>
                </a:solidFill>
                <a:latin typeface="Arial"/>
                <a:ea typeface="Arial"/>
                <a:cs typeface="Arial"/>
              </a:defRPr>
            </a:defPPr>
            <a:lvl1pPr algn="l">
              <a:defRPr sz="2550" b="1">
                <a:solidFill>
                  <a:srgbClr val="17382C"/>
                </a:solidFill>
                <a:latin typeface="Arial"/>
                <a:ea typeface="Arial"/>
                <a:cs typeface="Arial"/>
              </a:defRPr>
            </a:lvl1pPr>
            <a:lvl2pPr algn="l">
              <a:defRPr sz="2550" b="1">
                <a:solidFill>
                  <a:srgbClr val="17382C"/>
                </a:solidFill>
                <a:latin typeface="Arial"/>
                <a:ea typeface="Arial"/>
                <a:cs typeface="Arial"/>
              </a:defRPr>
            </a:lvl2pPr>
            <a:lvl3pPr algn="l">
              <a:defRPr sz="2550" b="1">
                <a:solidFill>
                  <a:srgbClr val="17382C"/>
                </a:solidFill>
                <a:latin typeface="Arial"/>
                <a:ea typeface="Arial"/>
                <a:cs typeface="Arial"/>
              </a:defRPr>
            </a:lvl3pPr>
            <a:lvl4pPr algn="l">
              <a:defRPr sz="2550" b="1">
                <a:solidFill>
                  <a:srgbClr val="17382C"/>
                </a:solidFill>
                <a:latin typeface="Arial"/>
                <a:ea typeface="Arial"/>
                <a:cs typeface="Arial"/>
              </a:defRPr>
            </a:lvl4pPr>
            <a:lvl5pPr algn="l">
              <a:defRPr sz="2550" b="1">
                <a:solidFill>
                  <a:srgbClr val="17382C"/>
                </a:solidFill>
                <a:latin typeface="Arial"/>
                <a:ea typeface="Arial"/>
                <a:cs typeface="Arial"/>
              </a:defRPr>
            </a:lvl5pPr>
            <a:lvl6pPr algn="l">
              <a:defRPr sz="2550" b="1">
                <a:solidFill>
                  <a:srgbClr val="17382C"/>
                </a:solidFill>
                <a:latin typeface="Arial"/>
                <a:ea typeface="Arial"/>
                <a:cs typeface="Arial"/>
              </a:defRPr>
            </a:lvl6pPr>
            <a:lvl7pPr algn="l">
              <a:defRPr sz="2550" b="1">
                <a:solidFill>
                  <a:srgbClr val="17382C"/>
                </a:solidFill>
                <a:latin typeface="Arial"/>
                <a:ea typeface="Arial"/>
                <a:cs typeface="Arial"/>
              </a:defRPr>
            </a:lvl7pPr>
            <a:lvl8pPr algn="l">
              <a:defRPr sz="2550" b="1">
                <a:solidFill>
                  <a:srgbClr val="17382C"/>
                </a:solidFill>
                <a:latin typeface="Arial"/>
                <a:ea typeface="Arial"/>
                <a:cs typeface="Arial"/>
              </a:defRPr>
            </a:lvl8pPr>
            <a:lvl9pPr algn="l">
              <a:defRPr sz="2550" b="1">
                <a:solidFill>
                  <a:srgbClr val="17382C"/>
                </a:solidFill>
                <a:latin typeface="Arial"/>
                <a:ea typeface="Arial"/>
                <a:cs typeface="Arial"/>
              </a:defRPr>
            </a:lvl9pPr>
          </a:lstStyle>
          <a:p xmlns:a="http://schemas.openxmlformats.org/drawingml/2006/main">
            <a:pPr algn="l">
              <a:defRPr sz="2550" b="1">
                <a:solidFill>
                  <a:srgbClr val="17382C"/>
                </a:solidFill>
                <a:latin typeface="Arial"/>
                <a:ea typeface="Arial"/>
                <a:cs typeface="Arial"/>
              </a:defRPr>
            </a:pPr>
            <a:r>
              <a:rPr sz="2550" b="1">
                <a:solidFill>
                  <a:srgbClr val="17382C"/>
                </a:solidFill>
                <a:latin typeface="Arial"/>
                <a:ea typeface="Arial"/>
                <a:cs typeface="Arial"/>
              </a:rPr>
              <a:t>Donasi</a:t>
            </a:r>
          </a:p>
        </p:txBody>
      </p:sp>
      <p:sp>
        <p:nvSpPr>
          <p:cNvPr id="15" name="Buka Google Sheets.&#10;Cocokkan konfirmasi&#10;dengan dana masuk.">
            <a:extLst xmlns:a="http://schemas.openxmlformats.org/drawingml/2006/main">
              <a:ext uri="{FF2B5EF4-FFF2-40B4-BE49-F238E27FC236}">
                <a16:creationId xmlns:a16="http://schemas.microsoft.com/office/drawing/2014/main" id="{A28BA4C4-3D2C-471C-AD51-C4D0DEF1CCCB}"/>
              </a:ext>
            </a:extLst>
          </p:cNvPr>
          <p:cNvSpPr>
            <a:spLocks xmlns:a="http://schemas.openxmlformats.org/drawingml/2006/main" noGrp="1"/>
          </p:cNvSpPr>
          <p:nvPr/>
        </p:nvSpPr>
        <p:spPr>
          <a:xfrm xmlns:a="http://schemas.openxmlformats.org/drawingml/2006/main">
            <a:off x="8191500" y="3905250"/>
            <a:ext cx="3286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17382C"/>
                </a:solidFill>
                <a:latin typeface="Arial"/>
                <a:ea typeface="Arial"/>
                <a:cs typeface="Arial"/>
              </a:defRPr>
            </a:defPPr>
            <a:lvl1pPr algn="l">
              <a:defRPr sz="2100" b="0">
                <a:solidFill>
                  <a:srgbClr val="17382C"/>
                </a:solidFill>
                <a:latin typeface="Arial"/>
                <a:ea typeface="Arial"/>
                <a:cs typeface="Arial"/>
              </a:defRPr>
            </a:lvl1pPr>
            <a:lvl2pPr algn="l">
              <a:defRPr sz="2100" b="0">
                <a:solidFill>
                  <a:srgbClr val="17382C"/>
                </a:solidFill>
                <a:latin typeface="Arial"/>
                <a:ea typeface="Arial"/>
                <a:cs typeface="Arial"/>
              </a:defRPr>
            </a:lvl2pPr>
            <a:lvl3pPr algn="l">
              <a:defRPr sz="2100" b="0">
                <a:solidFill>
                  <a:srgbClr val="17382C"/>
                </a:solidFill>
                <a:latin typeface="Arial"/>
                <a:ea typeface="Arial"/>
                <a:cs typeface="Arial"/>
              </a:defRPr>
            </a:lvl3pPr>
            <a:lvl4pPr algn="l">
              <a:defRPr sz="2100" b="0">
                <a:solidFill>
                  <a:srgbClr val="17382C"/>
                </a:solidFill>
                <a:latin typeface="Arial"/>
                <a:ea typeface="Arial"/>
                <a:cs typeface="Arial"/>
              </a:defRPr>
            </a:lvl4pPr>
            <a:lvl5pPr algn="l">
              <a:defRPr sz="2100" b="0">
                <a:solidFill>
                  <a:srgbClr val="17382C"/>
                </a:solidFill>
                <a:latin typeface="Arial"/>
                <a:ea typeface="Arial"/>
                <a:cs typeface="Arial"/>
              </a:defRPr>
            </a:lvl5pPr>
            <a:lvl6pPr algn="l">
              <a:defRPr sz="2100" b="0">
                <a:solidFill>
                  <a:srgbClr val="17382C"/>
                </a:solidFill>
                <a:latin typeface="Arial"/>
                <a:ea typeface="Arial"/>
                <a:cs typeface="Arial"/>
              </a:defRPr>
            </a:lvl6pPr>
            <a:lvl7pPr algn="l">
              <a:defRPr sz="2100" b="0">
                <a:solidFill>
                  <a:srgbClr val="17382C"/>
                </a:solidFill>
                <a:latin typeface="Arial"/>
                <a:ea typeface="Arial"/>
                <a:cs typeface="Arial"/>
              </a:defRPr>
            </a:lvl7pPr>
            <a:lvl8pPr algn="l">
              <a:defRPr sz="2100" b="0">
                <a:solidFill>
                  <a:srgbClr val="17382C"/>
                </a:solidFill>
                <a:latin typeface="Arial"/>
                <a:ea typeface="Arial"/>
                <a:cs typeface="Arial"/>
              </a:defRPr>
            </a:lvl8pPr>
            <a:lvl9pPr algn="l">
              <a:defRPr sz="2100" b="0">
                <a:solidFill>
                  <a:srgbClr val="17382C"/>
                </a:solidFill>
                <a:latin typeface="Arial"/>
                <a:ea typeface="Arial"/>
                <a:cs typeface="Arial"/>
              </a:defRPr>
            </a:lvl9pPr>
          </a:lstStyle>
          <a:p xmlns:a="http://schemas.openxmlformats.org/drawingml/2006/main">
            <a:pPr algn="l">
              <a:defRPr sz="2100" b="0">
                <a:solidFill>
                  <a:srgbClr val="17382C"/>
                </a:solidFill>
                <a:latin typeface="Arial"/>
                <a:ea typeface="Arial"/>
                <a:cs typeface="Arial"/>
              </a:defRPr>
            </a:pPr>
            <a:r>
              <a:rPr sz="2100" b="0">
                <a:solidFill>
                  <a:srgbClr val="17382C"/>
                </a:solidFill>
                <a:latin typeface="Arial"/>
                <a:ea typeface="Arial"/>
                <a:cs typeface="Arial"/>
              </a:rPr>
              <a:t>Buka Google Sheets.</a:t>
            </a:r>
          </a:p>
          <a:p xmlns:a="http://schemas.openxmlformats.org/drawingml/2006/main">
            <a:pPr algn="l">
              <a:defRPr sz="2100" b="0">
                <a:solidFill>
                  <a:srgbClr val="17382C"/>
                </a:solidFill>
                <a:latin typeface="Arial"/>
                <a:ea typeface="Arial"/>
                <a:cs typeface="Arial"/>
              </a:defRPr>
            </a:pPr>
            <a:r>
              <a:rPr sz="2100" b="0">
                <a:solidFill>
                  <a:srgbClr val="17382C"/>
                </a:solidFill>
                <a:latin typeface="Arial"/>
                <a:ea typeface="Arial"/>
                <a:cs typeface="Arial"/>
              </a:rPr>
              <a:t>Cocokkan konfirmasi</a:t>
            </a:r>
          </a:p>
          <a:p xmlns:a="http://schemas.openxmlformats.org/drawingml/2006/main">
            <a:pPr algn="l">
              <a:defRPr sz="2100" b="0">
                <a:solidFill>
                  <a:srgbClr val="17382C"/>
                </a:solidFill>
                <a:latin typeface="Arial"/>
                <a:ea typeface="Arial"/>
                <a:cs typeface="Arial"/>
              </a:defRPr>
            </a:pPr>
            <a:r>
              <a:rPr sz="2100" b="0">
                <a:solidFill>
                  <a:srgbClr val="17382C"/>
                </a:solidFill>
                <a:latin typeface="Arial"/>
                <a:ea typeface="Arial"/>
                <a:cs typeface="Arial"/>
              </a:rPr>
              <a:t>dengan dana masuk.</a:t>
            </a:r>
          </a:p>
        </p:txBody>
      </p:sp>
      <p:sp>
        <p:nvSpPr>
          <p:cNvPr id="16" name="Ekspor Excel tersedia&#10;untuk salinan rekap.">
            <a:extLst xmlns:a="http://schemas.openxmlformats.org/drawingml/2006/main">
              <a:ext uri="{FF2B5EF4-FFF2-40B4-BE49-F238E27FC236}">
                <a16:creationId xmlns:a16="http://schemas.microsoft.com/office/drawing/2014/main" id="{F57ADE04-7E9C-4184-A895-E81466BA15A0}"/>
              </a:ext>
            </a:extLst>
          </p:cNvPr>
          <p:cNvSpPr>
            <a:spLocks xmlns:a="http://schemas.openxmlformats.org/drawingml/2006/main" noGrp="1"/>
          </p:cNvSpPr>
          <p:nvPr/>
        </p:nvSpPr>
        <p:spPr>
          <a:xfrm xmlns:a="http://schemas.openxmlformats.org/drawingml/2006/main">
            <a:off x="8191500" y="5610225"/>
            <a:ext cx="328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0">
                <a:solidFill>
                  <a:srgbClr val="64756A"/>
                </a:solidFill>
                <a:latin typeface="Arial"/>
                <a:ea typeface="Arial"/>
                <a:cs typeface="Arial"/>
              </a:defRPr>
            </a:defPPr>
            <a:lvl1pPr algn="l">
              <a:defRPr sz="1800" b="0">
                <a:solidFill>
                  <a:srgbClr val="64756A"/>
                </a:solidFill>
                <a:latin typeface="Arial"/>
                <a:ea typeface="Arial"/>
                <a:cs typeface="Arial"/>
              </a:defRPr>
            </a:lvl1pPr>
            <a:lvl2pPr algn="l">
              <a:defRPr sz="1800" b="0">
                <a:solidFill>
                  <a:srgbClr val="64756A"/>
                </a:solidFill>
                <a:latin typeface="Arial"/>
                <a:ea typeface="Arial"/>
                <a:cs typeface="Arial"/>
              </a:defRPr>
            </a:lvl2pPr>
            <a:lvl3pPr algn="l">
              <a:defRPr sz="1800" b="0">
                <a:solidFill>
                  <a:srgbClr val="64756A"/>
                </a:solidFill>
                <a:latin typeface="Arial"/>
                <a:ea typeface="Arial"/>
                <a:cs typeface="Arial"/>
              </a:defRPr>
            </a:lvl3pPr>
            <a:lvl4pPr algn="l">
              <a:defRPr sz="1800" b="0">
                <a:solidFill>
                  <a:srgbClr val="64756A"/>
                </a:solidFill>
                <a:latin typeface="Arial"/>
                <a:ea typeface="Arial"/>
                <a:cs typeface="Arial"/>
              </a:defRPr>
            </a:lvl4pPr>
            <a:lvl5pPr algn="l">
              <a:defRPr sz="1800" b="0">
                <a:solidFill>
                  <a:srgbClr val="64756A"/>
                </a:solidFill>
                <a:latin typeface="Arial"/>
                <a:ea typeface="Arial"/>
                <a:cs typeface="Arial"/>
              </a:defRPr>
            </a:lvl5pPr>
            <a:lvl6pPr algn="l">
              <a:defRPr sz="1800" b="0">
                <a:solidFill>
                  <a:srgbClr val="64756A"/>
                </a:solidFill>
                <a:latin typeface="Arial"/>
                <a:ea typeface="Arial"/>
                <a:cs typeface="Arial"/>
              </a:defRPr>
            </a:lvl6pPr>
            <a:lvl7pPr algn="l">
              <a:defRPr sz="1800" b="0">
                <a:solidFill>
                  <a:srgbClr val="64756A"/>
                </a:solidFill>
                <a:latin typeface="Arial"/>
                <a:ea typeface="Arial"/>
                <a:cs typeface="Arial"/>
              </a:defRPr>
            </a:lvl7pPr>
            <a:lvl8pPr algn="l">
              <a:defRPr sz="1800" b="0">
                <a:solidFill>
                  <a:srgbClr val="64756A"/>
                </a:solidFill>
                <a:latin typeface="Arial"/>
                <a:ea typeface="Arial"/>
                <a:cs typeface="Arial"/>
              </a:defRPr>
            </a:lvl8pPr>
            <a:lvl9pPr algn="l">
              <a:defRPr sz="1800" b="0">
                <a:solidFill>
                  <a:srgbClr val="64756A"/>
                </a:solidFill>
                <a:latin typeface="Arial"/>
                <a:ea typeface="Arial"/>
                <a:cs typeface="Arial"/>
              </a:defRPr>
            </a:lvl9pPr>
          </a:lstStyle>
          <a:p xmlns:a="http://schemas.openxmlformats.org/drawingml/2006/main">
            <a:pPr algn="l">
              <a:defRPr sz="1800" b="0">
                <a:solidFill>
                  <a:srgbClr val="64756A"/>
                </a:solidFill>
                <a:latin typeface="Arial"/>
                <a:ea typeface="Arial"/>
                <a:cs typeface="Arial"/>
              </a:defRPr>
            </a:pPr>
            <a:r>
              <a:rPr sz="1800" b="0">
                <a:solidFill>
                  <a:srgbClr val="64756A"/>
                </a:solidFill>
                <a:latin typeface="Arial"/>
                <a:ea typeface="Arial"/>
                <a:cs typeface="Arial"/>
              </a:rPr>
              <a:t>Ekspor Excel tersedia</a:t>
            </a:r>
          </a:p>
          <a:p xmlns:a="http://schemas.openxmlformats.org/drawingml/2006/main">
            <a:pPr algn="l">
              <a:defRPr sz="1800" b="0">
                <a:solidFill>
                  <a:srgbClr val="64756A"/>
                </a:solidFill>
                <a:latin typeface="Arial"/>
                <a:ea typeface="Arial"/>
                <a:cs typeface="Arial"/>
              </a:defRPr>
            </a:pPr>
            <a:r>
              <a:rPr sz="1800" b="0">
                <a:solidFill>
                  <a:srgbClr val="64756A"/>
                </a:solidFill>
                <a:latin typeface="Arial"/>
                <a:ea typeface="Arial"/>
                <a:cs typeface="Arial"/>
              </a:rPr>
              <a:t>untuk salinan rekap.</a:t>
            </a:r>
          </a:p>
        </p:txBody>
      </p:sp>
    </p:spTree>
    <p:extLst>
      <p:ext uri="{BB962C8B-B14F-4D97-AF65-F5344CB8AC3E}">
        <p14:creationId xmlns:p14="http://schemas.microsoft.com/office/powerpoint/2010/main" val="1169176179"/>
      </p:ext>
    </p:extLst>
  </p:cSld>
</p:sld>
</file>

<file path=ppt/slides/slide8.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0" name="08 / 10">
            <a:extLst xmlns:a="http://schemas.openxmlformats.org/drawingml/2006/main">
              <a:ext uri="{FF2B5EF4-FFF2-40B4-BE49-F238E27FC236}">
                <a16:creationId xmlns:a16="http://schemas.microsoft.com/office/drawing/2014/main" id="{90EE1433-45D3-4590-9220-BB04A6DD736C}"/>
              </a:ext>
            </a:extLst>
          </p:cNvPr>
          <p:cNvSpPr>
            <a:spLocks xmlns:a="http://schemas.openxmlformats.org/drawingml/2006/main" noGrp="1"/>
          </p:cNvSpPr>
          <p:nvPr/>
        </p:nvSpPr>
        <p:spPr>
          <a:xfrm xmlns:a="http://schemas.openxmlformats.org/drawingml/2006/main">
            <a:off x="10839450" y="640080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64756A"/>
                </a:solidFill>
                <a:latin typeface="Arial"/>
                <a:ea typeface="Arial"/>
                <a:cs typeface="Arial"/>
              </a:defRPr>
            </a:defPPr>
            <a:lvl1pPr algn="l">
              <a:buNone/>
              <a:defRPr sz="3450" b="1">
                <a:solidFill>
                  <a:srgbClr val="143D28"/>
                </a:solidFill>
                <a:latin typeface="Arial"/>
                <a:ea typeface="Arial"/>
                <a:cs typeface="Arial"/>
              </a:defRPr>
            </a:lvl1pPr>
            <a:lvl2pPr algn="l">
              <a:buNone/>
              <a:defRPr sz="3450" b="1">
                <a:solidFill>
                  <a:srgbClr val="143D28"/>
                </a:solidFill>
                <a:latin typeface="Arial"/>
                <a:ea typeface="Arial"/>
                <a:cs typeface="Arial"/>
              </a:defRPr>
            </a:lvl2pPr>
            <a:lvl3pPr algn="l">
              <a:buNone/>
              <a:defRPr sz="3450" b="1">
                <a:solidFill>
                  <a:srgbClr val="143D28"/>
                </a:solidFill>
                <a:latin typeface="Arial"/>
                <a:ea typeface="Arial"/>
                <a:cs typeface="Arial"/>
              </a:defRPr>
            </a:lvl3pPr>
            <a:lvl4pPr algn="l">
              <a:buNone/>
              <a:defRPr sz="3450" b="1">
                <a:solidFill>
                  <a:srgbClr val="143D28"/>
                </a:solidFill>
                <a:latin typeface="Arial"/>
                <a:ea typeface="Arial"/>
                <a:cs typeface="Arial"/>
              </a:defRPr>
            </a:lvl4pPr>
            <a:lvl5pPr algn="l">
              <a:buNone/>
              <a:defRPr sz="3450" b="1">
                <a:solidFill>
                  <a:srgbClr val="143D28"/>
                </a:solidFill>
                <a:latin typeface="Arial"/>
                <a:ea typeface="Arial"/>
                <a:cs typeface="Arial"/>
              </a:defRPr>
            </a:lvl5pPr>
            <a:lvl6pPr algn="l">
              <a:buNone/>
              <a:defRPr sz="3450" b="1">
                <a:solidFill>
                  <a:srgbClr val="143D28"/>
                </a:solidFill>
                <a:latin typeface="Arial"/>
                <a:ea typeface="Arial"/>
                <a:cs typeface="Arial"/>
              </a:defRPr>
            </a:lvl6pPr>
            <a:lvl7pPr algn="l">
              <a:buNone/>
              <a:defRPr sz="3450" b="1">
                <a:solidFill>
                  <a:srgbClr val="143D28"/>
                </a:solidFill>
                <a:latin typeface="Arial"/>
                <a:ea typeface="Arial"/>
                <a:cs typeface="Arial"/>
              </a:defRPr>
            </a:lvl7pPr>
            <a:lvl8pPr algn="l">
              <a:buNone/>
              <a:defRPr sz="3450" b="1">
                <a:solidFill>
                  <a:srgbClr val="143D28"/>
                </a:solidFill>
                <a:latin typeface="Arial"/>
                <a:ea typeface="Arial"/>
                <a:cs typeface="Arial"/>
              </a:defRPr>
            </a:lvl8pPr>
            <a:lvl9pPr algn="l">
              <a:buNone/>
              <a:defRPr sz="3450" b="1">
                <a:solidFill>
                  <a:srgbClr val="143D28"/>
                </a:solidFill>
                <a:latin typeface="Arial"/>
                <a:ea typeface="Arial"/>
                <a:cs typeface="Arial"/>
              </a:defRPr>
            </a:lvl9pPr>
          </a:lstStyle>
          <a:p xmlns:a="http://schemas.openxmlformats.org/drawingml/2006/main">
            <a:pPr algn="l">
              <a:buNone/>
              <a:defRPr sz="1350" b="0">
                <a:solidFill>
                  <a:srgbClr val="64756A"/>
                </a:solidFill>
                <a:latin typeface="Arial"/>
                <a:ea typeface="Arial"/>
                <a:cs typeface="Arial"/>
              </a:defRPr>
            </a:pPr>
            <a:r>
              <a:rPr sz="1350" b="0">
                <a:solidFill>
                  <a:srgbClr val="64756A"/>
                </a:solidFill>
                <a:latin typeface="Arial"/>
                <a:ea typeface="Arial"/>
                <a:cs typeface="Arial"/>
              </a:rPr>
              <a:t>08 / 10</a:t>
            </a:r>
          </a:p>
        </p:txBody>
      </p:sp>
      <p:sp>
        <p:nvSpPr>
          <p:cNvPr id="2" name="AKUN &amp; PEMULIHAN">
            <a:extLst xmlns:a="http://schemas.openxmlformats.org/drawingml/2006/main">
              <a:ext uri="{FF2B5EF4-FFF2-40B4-BE49-F238E27FC236}">
                <a16:creationId xmlns:a16="http://schemas.microsoft.com/office/drawing/2014/main" id="{98E07E02-6E96-47A3-95C3-EEADDCB21E73}"/>
              </a:ext>
            </a:extLst>
          </p:cNvPr>
          <p:cNvSpPr>
            <a:spLocks xmlns:a="http://schemas.openxmlformats.org/drawingml/2006/main" noGrp="1"/>
          </p:cNvSpPr>
          <p:nvPr/>
        </p:nvSpPr>
        <p:spPr>
          <a:xfrm xmlns:a="http://schemas.openxmlformats.org/drawingml/2006/main">
            <a:off x="5334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425" b="1">
                <a:solidFill>
                  <a:srgbClr val="B38B4F"/>
                </a:solidFill>
                <a:latin typeface="Arial"/>
                <a:ea typeface="Arial"/>
                <a:cs typeface="Arial"/>
              </a:defRPr>
            </a:defPPr>
            <a:lvl1pPr algn="l">
              <a:buNone/>
              <a:defRPr sz="1350" b="0">
                <a:solidFill>
                  <a:srgbClr val="52665A"/>
                </a:solidFill>
                <a:latin typeface="Arial"/>
                <a:ea typeface="Arial"/>
                <a:cs typeface="Arial"/>
              </a:defRPr>
            </a:lvl1pPr>
            <a:lvl2pPr algn="l">
              <a:buNone/>
              <a:defRPr sz="1350" b="0">
                <a:solidFill>
                  <a:srgbClr val="52665A"/>
                </a:solidFill>
                <a:latin typeface="Arial"/>
                <a:ea typeface="Arial"/>
                <a:cs typeface="Arial"/>
              </a:defRPr>
            </a:lvl2pPr>
            <a:lvl3pPr algn="l">
              <a:buNone/>
              <a:defRPr sz="1350" b="0">
                <a:solidFill>
                  <a:srgbClr val="52665A"/>
                </a:solidFill>
                <a:latin typeface="Arial"/>
                <a:ea typeface="Arial"/>
                <a:cs typeface="Arial"/>
              </a:defRPr>
            </a:lvl3pPr>
            <a:lvl4pPr algn="l">
              <a:buNone/>
              <a:defRPr sz="1350" b="0">
                <a:solidFill>
                  <a:srgbClr val="52665A"/>
                </a:solidFill>
                <a:latin typeface="Arial"/>
                <a:ea typeface="Arial"/>
                <a:cs typeface="Arial"/>
              </a:defRPr>
            </a:lvl4pPr>
            <a:lvl5pPr algn="l">
              <a:buNone/>
              <a:defRPr sz="1350" b="0">
                <a:solidFill>
                  <a:srgbClr val="52665A"/>
                </a:solidFill>
                <a:latin typeface="Arial"/>
                <a:ea typeface="Arial"/>
                <a:cs typeface="Arial"/>
              </a:defRPr>
            </a:lvl5pPr>
            <a:lvl6pPr algn="l">
              <a:buNone/>
              <a:defRPr sz="1350" b="0">
                <a:solidFill>
                  <a:srgbClr val="52665A"/>
                </a:solidFill>
                <a:latin typeface="Arial"/>
                <a:ea typeface="Arial"/>
                <a:cs typeface="Arial"/>
              </a:defRPr>
            </a:lvl6pPr>
            <a:lvl7pPr algn="l">
              <a:buNone/>
              <a:defRPr sz="1350" b="0">
                <a:solidFill>
                  <a:srgbClr val="52665A"/>
                </a:solidFill>
                <a:latin typeface="Arial"/>
                <a:ea typeface="Arial"/>
                <a:cs typeface="Arial"/>
              </a:defRPr>
            </a:lvl7pPr>
            <a:lvl8pPr algn="l">
              <a:buNone/>
              <a:defRPr sz="1350" b="0">
                <a:solidFill>
                  <a:srgbClr val="52665A"/>
                </a:solidFill>
                <a:latin typeface="Arial"/>
                <a:ea typeface="Arial"/>
                <a:cs typeface="Arial"/>
              </a:defRPr>
            </a:lvl8pPr>
            <a:lvl9pPr algn="l">
              <a:buNone/>
              <a:defRPr sz="1350" b="0">
                <a:solidFill>
                  <a:srgbClr val="52665A"/>
                </a:solidFill>
                <a:latin typeface="Arial"/>
                <a:ea typeface="Arial"/>
                <a:cs typeface="Arial"/>
              </a:defRPr>
            </a:lvl9pPr>
          </a:lstStyle>
          <a:p xmlns:a="http://schemas.openxmlformats.org/drawingml/2006/main">
            <a:pPr algn="l">
              <a:buNone/>
              <a:defRPr sz="1425" b="1">
                <a:solidFill>
                  <a:srgbClr val="B38B4F"/>
                </a:solidFill>
                <a:latin typeface="Arial"/>
                <a:ea typeface="Arial"/>
                <a:cs typeface="Arial"/>
              </a:defRPr>
            </a:pPr>
            <a:r>
              <a:rPr sz="1425" b="1">
                <a:solidFill>
                  <a:srgbClr val="B38B4F"/>
                </a:solidFill>
                <a:latin typeface="Arial"/>
                <a:ea typeface="Arial"/>
                <a:cs typeface="Arial"/>
              </a:rPr>
              <a:t>AKUN &amp; PEMULIHAN</a:t>
            </a:r>
          </a:p>
        </p:txBody>
      </p:sp>
      <p:sp>
        <p:nvSpPr>
          <p:cNvPr id="3" name="Akses dan riwayat">
            <a:extLst xmlns:a="http://schemas.openxmlformats.org/drawingml/2006/main">
              <a:ext uri="{FF2B5EF4-FFF2-40B4-BE49-F238E27FC236}">
                <a16:creationId xmlns:a16="http://schemas.microsoft.com/office/drawing/2014/main" id="{840CFC7C-8FC6-4FAE-9B15-5811AA4F32CA}"/>
              </a:ext>
            </a:extLst>
          </p:cNvPr>
          <p:cNvSpPr>
            <a:spLocks xmlns:a="http://schemas.openxmlformats.org/drawingml/2006/main" noGrp="1"/>
          </p:cNvSpPr>
          <p:nvPr/>
        </p:nvSpPr>
        <p:spPr>
          <a:xfrm xmlns:a="http://schemas.openxmlformats.org/drawingml/2006/main">
            <a:off x="533400" y="80962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050" b="1">
                <a:solidFill>
                  <a:srgbClr val="17382C"/>
                </a:solidFill>
                <a:latin typeface="Arial"/>
                <a:ea typeface="Arial"/>
                <a:cs typeface="Arial"/>
              </a:defRPr>
            </a:defPPr>
            <a:lvl1pPr algn="l">
              <a:buNone/>
              <a:defRPr sz="2250" b="1">
                <a:solidFill>
                  <a:srgbClr val="166534"/>
                </a:solidFill>
                <a:latin typeface="Arial"/>
                <a:ea typeface="Arial"/>
                <a:cs typeface="Arial"/>
              </a:defRPr>
            </a:lvl1pPr>
            <a:lvl2pPr algn="l">
              <a:buNone/>
              <a:defRPr sz="2250" b="1">
                <a:solidFill>
                  <a:srgbClr val="166534"/>
                </a:solidFill>
                <a:latin typeface="Arial"/>
                <a:ea typeface="Arial"/>
                <a:cs typeface="Arial"/>
              </a:defRPr>
            </a:lvl2pPr>
            <a:lvl3pPr algn="l">
              <a:buNone/>
              <a:defRPr sz="2250" b="1">
                <a:solidFill>
                  <a:srgbClr val="166534"/>
                </a:solidFill>
                <a:latin typeface="Arial"/>
                <a:ea typeface="Arial"/>
                <a:cs typeface="Arial"/>
              </a:defRPr>
            </a:lvl3pPr>
            <a:lvl4pPr algn="l">
              <a:buNone/>
              <a:defRPr sz="2250" b="1">
                <a:solidFill>
                  <a:srgbClr val="166534"/>
                </a:solidFill>
                <a:latin typeface="Arial"/>
                <a:ea typeface="Arial"/>
                <a:cs typeface="Arial"/>
              </a:defRPr>
            </a:lvl4pPr>
            <a:lvl5pPr algn="l">
              <a:buNone/>
              <a:defRPr sz="2250" b="1">
                <a:solidFill>
                  <a:srgbClr val="166534"/>
                </a:solidFill>
                <a:latin typeface="Arial"/>
                <a:ea typeface="Arial"/>
                <a:cs typeface="Arial"/>
              </a:defRPr>
            </a:lvl5pPr>
            <a:lvl6pPr algn="l">
              <a:buNone/>
              <a:defRPr sz="2250" b="1">
                <a:solidFill>
                  <a:srgbClr val="166534"/>
                </a:solidFill>
                <a:latin typeface="Arial"/>
                <a:ea typeface="Arial"/>
                <a:cs typeface="Arial"/>
              </a:defRPr>
            </a:lvl6pPr>
            <a:lvl7pPr algn="l">
              <a:buNone/>
              <a:defRPr sz="2250" b="1">
                <a:solidFill>
                  <a:srgbClr val="166534"/>
                </a:solidFill>
                <a:latin typeface="Arial"/>
                <a:ea typeface="Arial"/>
                <a:cs typeface="Arial"/>
              </a:defRPr>
            </a:lvl7pPr>
            <a:lvl8pPr algn="l">
              <a:buNone/>
              <a:defRPr sz="2250" b="1">
                <a:solidFill>
                  <a:srgbClr val="166534"/>
                </a:solidFill>
                <a:latin typeface="Arial"/>
                <a:ea typeface="Arial"/>
                <a:cs typeface="Arial"/>
              </a:defRPr>
            </a:lvl8pPr>
            <a:lvl9pPr algn="l">
              <a:buNone/>
              <a:defRPr sz="2250" b="1">
                <a:solidFill>
                  <a:srgbClr val="166534"/>
                </a:solidFill>
                <a:latin typeface="Arial"/>
                <a:ea typeface="Arial"/>
                <a:cs typeface="Arial"/>
              </a:defRPr>
            </a:lvl9pPr>
          </a:lstStyle>
          <a:p xmlns:a="http://schemas.openxmlformats.org/drawingml/2006/main">
            <a:pPr algn="l">
              <a:buNone/>
              <a:defRPr sz="4050" b="1">
                <a:solidFill>
                  <a:srgbClr val="17382C"/>
                </a:solidFill>
                <a:latin typeface="Arial"/>
                <a:ea typeface="Arial"/>
                <a:cs typeface="Arial"/>
              </a:defRPr>
            </a:pPr>
            <a:r>
              <a:rPr sz="4050" b="1">
                <a:solidFill>
                  <a:srgbClr val="17382C"/>
                </a:solidFill>
                <a:latin typeface="Arial"/>
                <a:ea typeface="Arial"/>
                <a:cs typeface="Arial"/>
              </a:rPr>
              <a:t>Akses dan riwayat</a:t>
            </a:r>
          </a:p>
        </p:txBody>
      </p:sp>
      <p:sp>
        <p:nvSpPr>
          <p:cNvPr id="4" name="Peran dan status aktif">
            <a:extLst xmlns:a="http://schemas.openxmlformats.org/drawingml/2006/main">
              <a:ext uri="{FF2B5EF4-FFF2-40B4-BE49-F238E27FC236}">
                <a16:creationId xmlns:a16="http://schemas.microsoft.com/office/drawing/2014/main" id="{46D7E9A3-D3B1-4093-8960-84D79C7A267C}"/>
              </a:ext>
            </a:extLst>
          </p:cNvPr>
          <p:cNvSpPr>
            <a:spLocks xmlns:a="http://schemas.openxmlformats.org/drawingml/2006/main" noGrp="1"/>
          </p:cNvSpPr>
          <p:nvPr/>
        </p:nvSpPr>
        <p:spPr>
          <a:xfrm xmlns:a="http://schemas.openxmlformats.org/drawingml/2006/main">
            <a:off x="533400" y="20097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7382C"/>
                </a:solidFill>
                <a:latin typeface="Arial"/>
                <a:ea typeface="Arial"/>
                <a:cs typeface="Arial"/>
              </a:defRPr>
            </a:defPPr>
            <a:lvl1pPr algn="l">
              <a:buNone/>
              <a:defRPr sz="2100" b="0">
                <a:solidFill>
                  <a:srgbClr val="253E30"/>
                </a:solidFill>
                <a:latin typeface="Arial"/>
                <a:ea typeface="Arial"/>
                <a:cs typeface="Arial"/>
              </a:defRPr>
            </a:lvl1pPr>
            <a:lvl2pPr algn="l">
              <a:buNone/>
              <a:defRPr sz="2100" b="0">
                <a:solidFill>
                  <a:srgbClr val="253E30"/>
                </a:solidFill>
                <a:latin typeface="Arial"/>
                <a:ea typeface="Arial"/>
                <a:cs typeface="Arial"/>
              </a:defRPr>
            </a:lvl2pPr>
            <a:lvl3pPr algn="l">
              <a:buNone/>
              <a:defRPr sz="2100" b="0">
                <a:solidFill>
                  <a:srgbClr val="253E30"/>
                </a:solidFill>
                <a:latin typeface="Arial"/>
                <a:ea typeface="Arial"/>
                <a:cs typeface="Arial"/>
              </a:defRPr>
            </a:lvl3pPr>
            <a:lvl4pPr algn="l">
              <a:buNone/>
              <a:defRPr sz="2100" b="0">
                <a:solidFill>
                  <a:srgbClr val="253E30"/>
                </a:solidFill>
                <a:latin typeface="Arial"/>
                <a:ea typeface="Arial"/>
                <a:cs typeface="Arial"/>
              </a:defRPr>
            </a:lvl4pPr>
            <a:lvl5pPr algn="l">
              <a:buNone/>
              <a:defRPr sz="2100" b="0">
                <a:solidFill>
                  <a:srgbClr val="253E30"/>
                </a:solidFill>
                <a:latin typeface="Arial"/>
                <a:ea typeface="Arial"/>
                <a:cs typeface="Arial"/>
              </a:defRPr>
            </a:lvl5pPr>
            <a:lvl6pPr algn="l">
              <a:buNone/>
              <a:defRPr sz="2100" b="0">
                <a:solidFill>
                  <a:srgbClr val="253E30"/>
                </a:solidFill>
                <a:latin typeface="Arial"/>
                <a:ea typeface="Arial"/>
                <a:cs typeface="Arial"/>
              </a:defRPr>
            </a:lvl6pPr>
            <a:lvl7pPr algn="l">
              <a:buNone/>
              <a:defRPr sz="2100" b="0">
                <a:solidFill>
                  <a:srgbClr val="253E30"/>
                </a:solidFill>
                <a:latin typeface="Arial"/>
                <a:ea typeface="Arial"/>
                <a:cs typeface="Arial"/>
              </a:defRPr>
            </a:lvl7pPr>
            <a:lvl8pPr algn="l">
              <a:buNone/>
              <a:defRPr sz="2100" b="0">
                <a:solidFill>
                  <a:srgbClr val="253E30"/>
                </a:solidFill>
                <a:latin typeface="Arial"/>
                <a:ea typeface="Arial"/>
                <a:cs typeface="Arial"/>
              </a:defRPr>
            </a:lvl8pPr>
            <a:lvl9pPr algn="l">
              <a:buNone/>
              <a:defRPr sz="2100" b="0">
                <a:solidFill>
                  <a:srgbClr val="253E30"/>
                </a:solidFill>
                <a:latin typeface="Arial"/>
                <a:ea typeface="Arial"/>
                <a:cs typeface="Arial"/>
              </a:defRPr>
            </a:lvl9pPr>
          </a:lstStyle>
          <a:p xmlns:a="http://schemas.openxmlformats.org/drawingml/2006/main">
            <a:pPr algn="l">
              <a:buNone/>
              <a:defRPr sz="2550" b="1">
                <a:solidFill>
                  <a:srgbClr val="17382C"/>
                </a:solidFill>
                <a:latin typeface="Arial"/>
                <a:ea typeface="Arial"/>
                <a:cs typeface="Arial"/>
              </a:defRPr>
            </a:pPr>
            <a:r>
              <a:rPr sz="2550" b="1">
                <a:solidFill>
                  <a:srgbClr val="17382C"/>
                </a:solidFill>
                <a:latin typeface="Arial"/>
                <a:ea typeface="Arial"/>
                <a:cs typeface="Arial"/>
              </a:rPr>
              <a:t>Peran dan status aktif</a:t>
            </a:r>
          </a:p>
        </p:txBody>
      </p:sp>
      <p:sp>
        <p:nvSpPr>
          <p:cNvPr id="5" name="Admin mengatur akses pengurus lain.&#10;Akun baru dibantu pengel">
            <a:extLst xmlns:a="http://schemas.openxmlformats.org/drawingml/2006/main">
              <a:ext uri="{FF2B5EF4-FFF2-40B4-BE49-F238E27FC236}">
                <a16:creationId xmlns:a16="http://schemas.microsoft.com/office/drawing/2014/main" id="{44D18A9F-F505-431C-B112-A8E52FFBEAD2}"/>
              </a:ext>
            </a:extLst>
          </p:cNvPr>
          <p:cNvSpPr>
            <a:spLocks xmlns:a="http://schemas.openxmlformats.org/drawingml/2006/main" noGrp="1"/>
          </p:cNvSpPr>
          <p:nvPr/>
        </p:nvSpPr>
        <p:spPr>
          <a:xfrm xmlns:a="http://schemas.openxmlformats.org/drawingml/2006/main">
            <a:off x="533400" y="2695575"/>
            <a:ext cx="504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64756A"/>
                </a:solidFill>
                <a:latin typeface="Arial"/>
                <a:ea typeface="Arial"/>
                <a:cs typeface="Arial"/>
              </a:defRPr>
            </a:defPPr>
            <a:lvl1pPr algn="l">
              <a:buNone/>
              <a:defRPr sz="2250" b="1">
                <a:solidFill>
                  <a:srgbClr val="166534"/>
                </a:solidFill>
                <a:latin typeface="Arial"/>
                <a:ea typeface="Arial"/>
                <a:cs typeface="Arial"/>
              </a:defRPr>
            </a:lvl1pPr>
            <a:lvl2pPr algn="l">
              <a:buNone/>
              <a:defRPr sz="2250" b="1">
                <a:solidFill>
                  <a:srgbClr val="166534"/>
                </a:solidFill>
                <a:latin typeface="Arial"/>
                <a:ea typeface="Arial"/>
                <a:cs typeface="Arial"/>
              </a:defRPr>
            </a:lvl2pPr>
            <a:lvl3pPr algn="l">
              <a:buNone/>
              <a:defRPr sz="2250" b="1">
                <a:solidFill>
                  <a:srgbClr val="166534"/>
                </a:solidFill>
                <a:latin typeface="Arial"/>
                <a:ea typeface="Arial"/>
                <a:cs typeface="Arial"/>
              </a:defRPr>
            </a:lvl3pPr>
            <a:lvl4pPr algn="l">
              <a:buNone/>
              <a:defRPr sz="2250" b="1">
                <a:solidFill>
                  <a:srgbClr val="166534"/>
                </a:solidFill>
                <a:latin typeface="Arial"/>
                <a:ea typeface="Arial"/>
                <a:cs typeface="Arial"/>
              </a:defRPr>
            </a:lvl4pPr>
            <a:lvl5pPr algn="l">
              <a:buNone/>
              <a:defRPr sz="2250" b="1">
                <a:solidFill>
                  <a:srgbClr val="166534"/>
                </a:solidFill>
                <a:latin typeface="Arial"/>
                <a:ea typeface="Arial"/>
                <a:cs typeface="Arial"/>
              </a:defRPr>
            </a:lvl5pPr>
            <a:lvl6pPr algn="l">
              <a:buNone/>
              <a:defRPr sz="2250" b="1">
                <a:solidFill>
                  <a:srgbClr val="166534"/>
                </a:solidFill>
                <a:latin typeface="Arial"/>
                <a:ea typeface="Arial"/>
                <a:cs typeface="Arial"/>
              </a:defRPr>
            </a:lvl6pPr>
            <a:lvl7pPr algn="l">
              <a:buNone/>
              <a:defRPr sz="2250" b="1">
                <a:solidFill>
                  <a:srgbClr val="166534"/>
                </a:solidFill>
                <a:latin typeface="Arial"/>
                <a:ea typeface="Arial"/>
                <a:cs typeface="Arial"/>
              </a:defRPr>
            </a:lvl7pPr>
            <a:lvl8pPr algn="l">
              <a:buNone/>
              <a:defRPr sz="2250" b="1">
                <a:solidFill>
                  <a:srgbClr val="166534"/>
                </a:solidFill>
                <a:latin typeface="Arial"/>
                <a:ea typeface="Arial"/>
                <a:cs typeface="Arial"/>
              </a:defRPr>
            </a:lvl8pPr>
            <a:lvl9pPr algn="l">
              <a:buNone/>
              <a:defRPr sz="2250" b="1">
                <a:solidFill>
                  <a:srgbClr val="166534"/>
                </a:solidFill>
                <a:latin typeface="Arial"/>
                <a:ea typeface="Arial"/>
                <a:cs typeface="Arial"/>
              </a:defRPr>
            </a:lvl9pPr>
          </a:lstStyle>
          <a:p xmlns:a="http://schemas.openxmlformats.org/drawingml/2006/main">
            <a:pPr algn="l">
              <a:buNone/>
              <a:defRPr sz="2100" b="0">
                <a:solidFill>
                  <a:srgbClr val="64756A"/>
                </a:solidFill>
                <a:latin typeface="Arial"/>
                <a:ea typeface="Arial"/>
                <a:cs typeface="Arial"/>
              </a:defRPr>
            </a:pPr>
            <a:r>
              <a:rPr sz="2100" b="0">
                <a:solidFill>
                  <a:srgbClr val="64756A"/>
                </a:solidFill>
                <a:latin typeface="Arial"/>
                <a:ea typeface="Arial"/>
                <a:cs typeface="Arial"/>
              </a:rPr>
              <a:t>Admin mengatur akses pengurus lain.</a:t>
            </a:r>
          </a:p>
          <a:p xmlns:a="http://schemas.openxmlformats.org/drawingml/2006/main">
            <a:pPr algn="l">
              <a:buNone/>
              <a:defRPr sz="2100" b="0">
                <a:solidFill>
                  <a:srgbClr val="64756A"/>
                </a:solidFill>
                <a:latin typeface="Arial"/>
                <a:ea typeface="Arial"/>
                <a:cs typeface="Arial"/>
              </a:defRPr>
            </a:pPr>
            <a:r>
              <a:rPr sz="2100" b="0">
                <a:solidFill>
                  <a:srgbClr val="64756A"/>
                </a:solidFill>
                <a:latin typeface="Arial"/>
                <a:ea typeface="Arial"/>
                <a:cs typeface="Arial"/>
              </a:rPr>
              <a:t>Akun baru dibantu pengelola teknis.</a:t>
            </a:r>
          </a:p>
          <a:p xmlns:a="http://schemas.openxmlformats.org/drawingml/2006/main">
            <a:pPr algn="l">
              <a:buNone/>
              <a:defRPr sz="2100" b="0">
                <a:solidFill>
                  <a:srgbClr val="64756A"/>
                </a:solidFill>
                <a:latin typeface="Arial"/>
                <a:ea typeface="Arial"/>
                <a:cs typeface="Arial"/>
              </a:defRPr>
            </a:pPr>
            <a:r>
              <a:rPr sz="2100" b="0">
                <a:solidFill>
                  <a:srgbClr val="64756A"/>
                </a:solidFill>
                <a:latin typeface="Arial"/>
                <a:ea typeface="Arial"/>
                <a:cs typeface="Arial"/>
              </a:rPr>
              <a:t>Izin Google diatur terpisah.</a:t>
            </a:r>
          </a:p>
        </p:txBody>
      </p:sp>
      <p:sp>
        <p:nvSpPr>
          <p:cNvPr id="6" name="Berita terhapus">
            <a:extLst xmlns:a="http://schemas.openxmlformats.org/drawingml/2006/main">
              <a:ext uri="{FF2B5EF4-FFF2-40B4-BE49-F238E27FC236}">
                <a16:creationId xmlns:a16="http://schemas.microsoft.com/office/drawing/2014/main" id="{01B5677A-7928-4F6C-BC2E-516E7A4AC349}"/>
              </a:ext>
            </a:extLst>
          </p:cNvPr>
          <p:cNvSpPr>
            <a:spLocks xmlns:a="http://schemas.openxmlformats.org/drawingml/2006/main" noGrp="1"/>
          </p:cNvSpPr>
          <p:nvPr/>
        </p:nvSpPr>
        <p:spPr>
          <a:xfrm xmlns:a="http://schemas.openxmlformats.org/drawingml/2006/main">
            <a:off x="533400" y="5114925"/>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7382C"/>
                </a:solidFill>
                <a:latin typeface="Arial"/>
                <a:ea typeface="Arial"/>
                <a:cs typeface="Arial"/>
              </a:defRPr>
            </a:defPPr>
            <a:lvl1pPr algn="l">
              <a:buNone/>
              <a:defRPr sz="2100" b="0">
                <a:solidFill>
                  <a:srgbClr val="253E30"/>
                </a:solidFill>
                <a:latin typeface="Arial"/>
                <a:ea typeface="Arial"/>
                <a:cs typeface="Arial"/>
              </a:defRPr>
            </a:lvl1pPr>
            <a:lvl2pPr algn="l">
              <a:buNone/>
              <a:defRPr sz="2100" b="0">
                <a:solidFill>
                  <a:srgbClr val="253E30"/>
                </a:solidFill>
                <a:latin typeface="Arial"/>
                <a:ea typeface="Arial"/>
                <a:cs typeface="Arial"/>
              </a:defRPr>
            </a:lvl2pPr>
            <a:lvl3pPr algn="l">
              <a:buNone/>
              <a:defRPr sz="2100" b="0">
                <a:solidFill>
                  <a:srgbClr val="253E30"/>
                </a:solidFill>
                <a:latin typeface="Arial"/>
                <a:ea typeface="Arial"/>
                <a:cs typeface="Arial"/>
              </a:defRPr>
            </a:lvl3pPr>
            <a:lvl4pPr algn="l">
              <a:buNone/>
              <a:defRPr sz="2100" b="0">
                <a:solidFill>
                  <a:srgbClr val="253E30"/>
                </a:solidFill>
                <a:latin typeface="Arial"/>
                <a:ea typeface="Arial"/>
                <a:cs typeface="Arial"/>
              </a:defRPr>
            </a:lvl4pPr>
            <a:lvl5pPr algn="l">
              <a:buNone/>
              <a:defRPr sz="2100" b="0">
                <a:solidFill>
                  <a:srgbClr val="253E30"/>
                </a:solidFill>
                <a:latin typeface="Arial"/>
                <a:ea typeface="Arial"/>
                <a:cs typeface="Arial"/>
              </a:defRPr>
            </a:lvl5pPr>
            <a:lvl6pPr algn="l">
              <a:buNone/>
              <a:defRPr sz="2100" b="0">
                <a:solidFill>
                  <a:srgbClr val="253E30"/>
                </a:solidFill>
                <a:latin typeface="Arial"/>
                <a:ea typeface="Arial"/>
                <a:cs typeface="Arial"/>
              </a:defRPr>
            </a:lvl6pPr>
            <a:lvl7pPr algn="l">
              <a:buNone/>
              <a:defRPr sz="2100" b="0">
                <a:solidFill>
                  <a:srgbClr val="253E30"/>
                </a:solidFill>
                <a:latin typeface="Arial"/>
                <a:ea typeface="Arial"/>
                <a:cs typeface="Arial"/>
              </a:defRPr>
            </a:lvl7pPr>
            <a:lvl8pPr algn="l">
              <a:buNone/>
              <a:defRPr sz="2100" b="0">
                <a:solidFill>
                  <a:srgbClr val="253E30"/>
                </a:solidFill>
                <a:latin typeface="Arial"/>
                <a:ea typeface="Arial"/>
                <a:cs typeface="Arial"/>
              </a:defRPr>
            </a:lvl8pPr>
            <a:lvl9pPr algn="l">
              <a:buNone/>
              <a:defRPr sz="2100" b="0">
                <a:solidFill>
                  <a:srgbClr val="253E30"/>
                </a:solidFill>
                <a:latin typeface="Arial"/>
                <a:ea typeface="Arial"/>
                <a:cs typeface="Arial"/>
              </a:defRPr>
            </a:lvl9pPr>
          </a:lstStyle>
          <a:p xmlns:a="http://schemas.openxmlformats.org/drawingml/2006/main">
            <a:pPr algn="l">
              <a:buNone/>
              <a:defRPr sz="2175" b="1">
                <a:solidFill>
                  <a:srgbClr val="17382C"/>
                </a:solidFill>
                <a:latin typeface="Arial"/>
                <a:ea typeface="Arial"/>
                <a:cs typeface="Arial"/>
              </a:defRPr>
            </a:pPr>
            <a:r>
              <a:rPr sz="2175" b="1">
                <a:solidFill>
                  <a:srgbClr val="17382C"/>
                </a:solidFill>
                <a:latin typeface="Arial"/>
                <a:ea typeface="Arial"/>
                <a:cs typeface="Arial"/>
              </a:rPr>
              <a:t>Berita terhapus</a:t>
            </a:r>
          </a:p>
        </p:txBody>
      </p:sp>
      <p:pic>
        <p:nvPicPr>
          <p:cNvPr id="7" name="">
            <a:extLst xmlns:a="http://schemas.openxmlformats.org/drawingml/2006/main">
              <a:ext uri="{FF2B5EF4-FFF2-40B4-BE49-F238E27FC236}">
                <a16:creationId xmlns:a16="http://schemas.microsoft.com/office/drawing/2014/main" id="{8AC57EB6-5F7D-4A05-AD78-91ACC6FF7517}"/>
              </a:ext>
            </a:extLst>
          </p:cNvPr>
          <p:cNvPicPr>
            <a:picLocks xmlns:a="http://schemas.openxmlformats.org/drawingml/2006/main" noChangeAspect="1"/>
          </p:cNvPicPr>
          <p:nvPr/>
        </p:nvPicPr>
        <p:blipFill>
          <a:blip xmlns:r="http://schemas.openxmlformats.org/officeDocument/2006/relationships" xmlns:a="http://schemas.openxmlformats.org/drawingml/2006/main" r:embed="Rd510eeedc83244fd"/>
          <a:srcRect xmlns:a="http://schemas.openxmlformats.org/drawingml/2006/main" l="30729" t="36822" r="30573" b="29264"/>
          <a:stretch xmlns:a="http://schemas.openxmlformats.org/drawingml/2006/main"/>
        </p:blipFill>
        <p:spPr>
          <a:xfrm xmlns:a="http://schemas.openxmlformats.org/drawingml/2006/main">
            <a:off x="6191250" y="2000250"/>
            <a:ext cx="5459458" cy="2571750"/>
          </a:xfrm>
          <a:prstGeom xmlns:a="http://schemas.openxmlformats.org/drawingml/2006/main" prst="rect">
            <a:avLst/>
          </a:prstGeom>
        </p:spPr>
      </p:pic>
      <p:sp>
        <p:nvSpPr>
          <p:cNvPr id="8" name="Arsip → pulihkan ke draft&#10;→ cek → terbitkan lagi">
            <a:extLst xmlns:a="http://schemas.openxmlformats.org/drawingml/2006/main">
              <a:ext uri="{FF2B5EF4-FFF2-40B4-BE49-F238E27FC236}">
                <a16:creationId xmlns:a16="http://schemas.microsoft.com/office/drawing/2014/main" id="{F39DB731-6CA6-4334-B10D-F9D24C50DF93}"/>
              </a:ext>
            </a:extLst>
          </p:cNvPr>
          <p:cNvSpPr>
            <a:spLocks xmlns:a="http://schemas.openxmlformats.org/drawingml/2006/main" noGrp="1"/>
          </p:cNvSpPr>
          <p:nvPr/>
        </p:nvSpPr>
        <p:spPr>
          <a:xfrm xmlns:a="http://schemas.openxmlformats.org/drawingml/2006/main">
            <a:off x="533400" y="5657850"/>
            <a:ext cx="3381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64756A"/>
                </a:solidFill>
                <a:latin typeface="Arial"/>
                <a:ea typeface="Arial"/>
                <a:cs typeface="Arial"/>
              </a:defRPr>
            </a:defPPr>
            <a:lvl1pPr algn="l">
              <a:buNone/>
              <a:defRPr sz="2025" b="1">
                <a:solidFill>
                  <a:srgbClr val="166534"/>
                </a:solidFill>
                <a:latin typeface="Arial"/>
                <a:ea typeface="Arial"/>
                <a:cs typeface="Arial"/>
              </a:defRPr>
            </a:lvl1pPr>
            <a:lvl2pPr algn="l">
              <a:buNone/>
              <a:defRPr sz="2025" b="1">
                <a:solidFill>
                  <a:srgbClr val="166534"/>
                </a:solidFill>
                <a:latin typeface="Arial"/>
                <a:ea typeface="Arial"/>
                <a:cs typeface="Arial"/>
              </a:defRPr>
            </a:lvl2pPr>
            <a:lvl3pPr algn="l">
              <a:buNone/>
              <a:defRPr sz="2025" b="1">
                <a:solidFill>
                  <a:srgbClr val="166534"/>
                </a:solidFill>
                <a:latin typeface="Arial"/>
                <a:ea typeface="Arial"/>
                <a:cs typeface="Arial"/>
              </a:defRPr>
            </a:lvl3pPr>
            <a:lvl4pPr algn="l">
              <a:buNone/>
              <a:defRPr sz="2025" b="1">
                <a:solidFill>
                  <a:srgbClr val="166534"/>
                </a:solidFill>
                <a:latin typeface="Arial"/>
                <a:ea typeface="Arial"/>
                <a:cs typeface="Arial"/>
              </a:defRPr>
            </a:lvl4pPr>
            <a:lvl5pPr algn="l">
              <a:buNone/>
              <a:defRPr sz="2025" b="1">
                <a:solidFill>
                  <a:srgbClr val="166534"/>
                </a:solidFill>
                <a:latin typeface="Arial"/>
                <a:ea typeface="Arial"/>
                <a:cs typeface="Arial"/>
              </a:defRPr>
            </a:lvl5pPr>
            <a:lvl6pPr algn="l">
              <a:buNone/>
              <a:defRPr sz="2025" b="1">
                <a:solidFill>
                  <a:srgbClr val="166534"/>
                </a:solidFill>
                <a:latin typeface="Arial"/>
                <a:ea typeface="Arial"/>
                <a:cs typeface="Arial"/>
              </a:defRPr>
            </a:lvl6pPr>
            <a:lvl7pPr algn="l">
              <a:buNone/>
              <a:defRPr sz="2025" b="1">
                <a:solidFill>
                  <a:srgbClr val="166534"/>
                </a:solidFill>
                <a:latin typeface="Arial"/>
                <a:ea typeface="Arial"/>
                <a:cs typeface="Arial"/>
              </a:defRPr>
            </a:lvl7pPr>
            <a:lvl8pPr algn="l">
              <a:buNone/>
              <a:defRPr sz="2025" b="1">
                <a:solidFill>
                  <a:srgbClr val="166534"/>
                </a:solidFill>
                <a:latin typeface="Arial"/>
                <a:ea typeface="Arial"/>
                <a:cs typeface="Arial"/>
              </a:defRPr>
            </a:lvl8pPr>
            <a:lvl9pPr algn="l">
              <a:buNone/>
              <a:defRPr sz="2025" b="1">
                <a:solidFill>
                  <a:srgbClr val="166534"/>
                </a:solidFill>
                <a:latin typeface="Arial"/>
                <a:ea typeface="Arial"/>
                <a:cs typeface="Arial"/>
              </a:defRPr>
            </a:lvl9pPr>
          </a:lstStyle>
          <a:p xmlns:a="http://schemas.openxmlformats.org/drawingml/2006/main">
            <a:pPr algn="l">
              <a:buNone/>
              <a:defRPr sz="1875" b="0">
                <a:solidFill>
                  <a:srgbClr val="64756A"/>
                </a:solidFill>
                <a:latin typeface="Arial"/>
                <a:ea typeface="Arial"/>
                <a:cs typeface="Arial"/>
              </a:defRPr>
            </a:pPr>
            <a:r>
              <a:rPr sz="1875" b="0">
                <a:solidFill>
                  <a:srgbClr val="64756A"/>
                </a:solidFill>
                <a:latin typeface="Arial"/>
                <a:ea typeface="Arial"/>
                <a:cs typeface="Arial"/>
              </a:rPr>
              <a:t>Arsip → pulihkan ke draft</a:t>
            </a:r>
          </a:p>
          <a:p xmlns:a="http://schemas.openxmlformats.org/drawingml/2006/main">
            <a:pPr algn="l">
              <a:buNone/>
              <a:defRPr sz="1875" b="0">
                <a:solidFill>
                  <a:srgbClr val="64756A"/>
                </a:solidFill>
                <a:latin typeface="Arial"/>
                <a:ea typeface="Arial"/>
                <a:cs typeface="Arial"/>
              </a:defRPr>
            </a:pPr>
            <a:r>
              <a:rPr sz="1875" b="0">
                <a:solidFill>
                  <a:srgbClr val="64756A"/>
                </a:solidFill>
                <a:latin typeface="Arial"/>
                <a:ea typeface="Arial"/>
                <a:cs typeface="Arial"/>
              </a:rPr>
              <a:t>→ cek → terbitkan lagi</a:t>
            </a:r>
          </a:p>
        </p:txBody>
      </p:sp>
      <p:sp>
        <p:nvSpPr>
          <p:cNvPr id="9" name="Isi halaman">
            <a:extLst xmlns:a="http://schemas.openxmlformats.org/drawingml/2006/main">
              <a:ext uri="{FF2B5EF4-FFF2-40B4-BE49-F238E27FC236}">
                <a16:creationId xmlns:a16="http://schemas.microsoft.com/office/drawing/2014/main" id="{FF922543-1E8C-4570-A732-683C78C5A1F8}"/>
              </a:ext>
            </a:extLst>
          </p:cNvPr>
          <p:cNvSpPr>
            <a:spLocks xmlns:a="http://schemas.openxmlformats.org/drawingml/2006/main" noGrp="1"/>
          </p:cNvSpPr>
          <p:nvPr/>
        </p:nvSpPr>
        <p:spPr>
          <a:xfrm xmlns:a="http://schemas.openxmlformats.org/drawingml/2006/main">
            <a:off x="4362450" y="5114925"/>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7382C"/>
                </a:solidFill>
                <a:latin typeface="Arial"/>
                <a:ea typeface="Arial"/>
                <a:cs typeface="Arial"/>
              </a:defRPr>
            </a:defPPr>
            <a:lvl1pPr algn="l">
              <a:buNone/>
              <a:defRPr sz="1725" b="0">
                <a:solidFill>
                  <a:srgbClr val="52665A"/>
                </a:solidFill>
                <a:latin typeface="Arial"/>
                <a:ea typeface="Arial"/>
                <a:cs typeface="Arial"/>
              </a:defRPr>
            </a:lvl1pPr>
            <a:lvl2pPr algn="l">
              <a:buNone/>
              <a:defRPr sz="1725" b="0">
                <a:solidFill>
                  <a:srgbClr val="52665A"/>
                </a:solidFill>
                <a:latin typeface="Arial"/>
                <a:ea typeface="Arial"/>
                <a:cs typeface="Arial"/>
              </a:defRPr>
            </a:lvl2pPr>
            <a:lvl3pPr algn="l">
              <a:buNone/>
              <a:defRPr sz="1725" b="0">
                <a:solidFill>
                  <a:srgbClr val="52665A"/>
                </a:solidFill>
                <a:latin typeface="Arial"/>
                <a:ea typeface="Arial"/>
                <a:cs typeface="Arial"/>
              </a:defRPr>
            </a:lvl3pPr>
            <a:lvl4pPr algn="l">
              <a:buNone/>
              <a:defRPr sz="1725" b="0">
                <a:solidFill>
                  <a:srgbClr val="52665A"/>
                </a:solidFill>
                <a:latin typeface="Arial"/>
                <a:ea typeface="Arial"/>
                <a:cs typeface="Arial"/>
              </a:defRPr>
            </a:lvl4pPr>
            <a:lvl5pPr algn="l">
              <a:buNone/>
              <a:defRPr sz="1725" b="0">
                <a:solidFill>
                  <a:srgbClr val="52665A"/>
                </a:solidFill>
                <a:latin typeface="Arial"/>
                <a:ea typeface="Arial"/>
                <a:cs typeface="Arial"/>
              </a:defRPr>
            </a:lvl5pPr>
            <a:lvl6pPr algn="l">
              <a:buNone/>
              <a:defRPr sz="1725" b="0">
                <a:solidFill>
                  <a:srgbClr val="52665A"/>
                </a:solidFill>
                <a:latin typeface="Arial"/>
                <a:ea typeface="Arial"/>
                <a:cs typeface="Arial"/>
              </a:defRPr>
            </a:lvl6pPr>
            <a:lvl7pPr algn="l">
              <a:buNone/>
              <a:defRPr sz="1725" b="0">
                <a:solidFill>
                  <a:srgbClr val="52665A"/>
                </a:solidFill>
                <a:latin typeface="Arial"/>
                <a:ea typeface="Arial"/>
                <a:cs typeface="Arial"/>
              </a:defRPr>
            </a:lvl7pPr>
            <a:lvl8pPr algn="l">
              <a:buNone/>
              <a:defRPr sz="1725" b="0">
                <a:solidFill>
                  <a:srgbClr val="52665A"/>
                </a:solidFill>
                <a:latin typeface="Arial"/>
                <a:ea typeface="Arial"/>
                <a:cs typeface="Arial"/>
              </a:defRPr>
            </a:lvl8pPr>
            <a:lvl9pPr algn="l">
              <a:buNone/>
              <a:defRPr sz="1725" b="0">
                <a:solidFill>
                  <a:srgbClr val="52665A"/>
                </a:solidFill>
                <a:latin typeface="Arial"/>
                <a:ea typeface="Arial"/>
                <a:cs typeface="Arial"/>
              </a:defRPr>
            </a:lvl9pPr>
          </a:lstStyle>
          <a:p xmlns:a="http://schemas.openxmlformats.org/drawingml/2006/main">
            <a:pPr algn="l">
              <a:buNone/>
              <a:defRPr sz="2175" b="1">
                <a:solidFill>
                  <a:srgbClr val="17382C"/>
                </a:solidFill>
                <a:latin typeface="Arial"/>
                <a:ea typeface="Arial"/>
                <a:cs typeface="Arial"/>
              </a:defRPr>
            </a:pPr>
            <a:r>
              <a:rPr sz="2175" b="1">
                <a:solidFill>
                  <a:srgbClr val="17382C"/>
                </a:solidFill>
                <a:latin typeface="Arial"/>
                <a:ea typeface="Arial"/>
                <a:cs typeface="Arial"/>
              </a:rPr>
              <a:t>Isi halaman</a:t>
            </a:r>
          </a:p>
        </p:txBody>
      </p:sp>
      <p:sp>
        <p:nvSpPr>
          <p:cNvPr id="11" name="Pulihkan riwayat&#10;sebagai draft, lalu tinjau.">
            <a:extLst xmlns:a="http://schemas.openxmlformats.org/drawingml/2006/main">
              <a:ext uri="{FF2B5EF4-FFF2-40B4-BE49-F238E27FC236}">
                <a16:creationId xmlns:a16="http://schemas.microsoft.com/office/drawing/2014/main" id="{D232075C-44F9-4E8E-B9CB-86C4B82BCC70}"/>
              </a:ext>
            </a:extLst>
          </p:cNvPr>
          <p:cNvSpPr>
            <a:spLocks xmlns:a="http://schemas.openxmlformats.org/drawingml/2006/main" noGrp="1"/>
          </p:cNvSpPr>
          <p:nvPr/>
        </p:nvSpPr>
        <p:spPr>
          <a:xfrm xmlns:a="http://schemas.openxmlformats.org/drawingml/2006/main">
            <a:off x="4362450" y="5657850"/>
            <a:ext cx="3381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64756A"/>
                </a:solidFill>
                <a:latin typeface="Arial"/>
                <a:ea typeface="Arial"/>
                <a:cs typeface="Arial"/>
              </a:defRPr>
            </a:defPPr>
            <a:lvl1pPr algn="l">
              <a:defRPr sz="1875" b="0">
                <a:solidFill>
                  <a:srgbClr val="64756A"/>
                </a:solidFill>
                <a:latin typeface="Arial"/>
                <a:ea typeface="Arial"/>
                <a:cs typeface="Arial"/>
              </a:defRPr>
            </a:lvl1pPr>
            <a:lvl2pPr algn="l">
              <a:defRPr sz="1875" b="0">
                <a:solidFill>
                  <a:srgbClr val="64756A"/>
                </a:solidFill>
                <a:latin typeface="Arial"/>
                <a:ea typeface="Arial"/>
                <a:cs typeface="Arial"/>
              </a:defRPr>
            </a:lvl2pPr>
            <a:lvl3pPr algn="l">
              <a:defRPr sz="1875" b="0">
                <a:solidFill>
                  <a:srgbClr val="64756A"/>
                </a:solidFill>
                <a:latin typeface="Arial"/>
                <a:ea typeface="Arial"/>
                <a:cs typeface="Arial"/>
              </a:defRPr>
            </a:lvl3pPr>
            <a:lvl4pPr algn="l">
              <a:defRPr sz="1875" b="0">
                <a:solidFill>
                  <a:srgbClr val="64756A"/>
                </a:solidFill>
                <a:latin typeface="Arial"/>
                <a:ea typeface="Arial"/>
                <a:cs typeface="Arial"/>
              </a:defRPr>
            </a:lvl4pPr>
            <a:lvl5pPr algn="l">
              <a:defRPr sz="1875" b="0">
                <a:solidFill>
                  <a:srgbClr val="64756A"/>
                </a:solidFill>
                <a:latin typeface="Arial"/>
                <a:ea typeface="Arial"/>
                <a:cs typeface="Arial"/>
              </a:defRPr>
            </a:lvl5pPr>
            <a:lvl6pPr algn="l">
              <a:defRPr sz="1875" b="0">
                <a:solidFill>
                  <a:srgbClr val="64756A"/>
                </a:solidFill>
                <a:latin typeface="Arial"/>
                <a:ea typeface="Arial"/>
                <a:cs typeface="Arial"/>
              </a:defRPr>
            </a:lvl6pPr>
            <a:lvl7pPr algn="l">
              <a:defRPr sz="1875" b="0">
                <a:solidFill>
                  <a:srgbClr val="64756A"/>
                </a:solidFill>
                <a:latin typeface="Arial"/>
                <a:ea typeface="Arial"/>
                <a:cs typeface="Arial"/>
              </a:defRPr>
            </a:lvl7pPr>
            <a:lvl8pPr algn="l">
              <a:defRPr sz="1875" b="0">
                <a:solidFill>
                  <a:srgbClr val="64756A"/>
                </a:solidFill>
                <a:latin typeface="Arial"/>
                <a:ea typeface="Arial"/>
                <a:cs typeface="Arial"/>
              </a:defRPr>
            </a:lvl8pPr>
            <a:lvl9pPr algn="l">
              <a:defRPr sz="1875" b="0">
                <a:solidFill>
                  <a:srgbClr val="64756A"/>
                </a:solidFill>
                <a:latin typeface="Arial"/>
                <a:ea typeface="Arial"/>
                <a:cs typeface="Arial"/>
              </a:defRPr>
            </a:lvl9pPr>
          </a:lstStyle>
          <a:p xmlns:a="http://schemas.openxmlformats.org/drawingml/2006/main">
            <a:pPr algn="l">
              <a:defRPr sz="1875" b="0">
                <a:solidFill>
                  <a:srgbClr val="64756A"/>
                </a:solidFill>
                <a:latin typeface="Arial"/>
                <a:ea typeface="Arial"/>
                <a:cs typeface="Arial"/>
              </a:defRPr>
            </a:pPr>
            <a:r>
              <a:rPr sz="1875" b="0">
                <a:solidFill>
                  <a:srgbClr val="64756A"/>
                </a:solidFill>
                <a:latin typeface="Arial"/>
                <a:ea typeface="Arial"/>
                <a:cs typeface="Arial"/>
              </a:rPr>
              <a:t>Pulihkan riwayat</a:t>
            </a:r>
          </a:p>
          <a:p xmlns:a="http://schemas.openxmlformats.org/drawingml/2006/main">
            <a:pPr algn="l">
              <a:defRPr sz="1875" b="0">
                <a:solidFill>
                  <a:srgbClr val="64756A"/>
                </a:solidFill>
                <a:latin typeface="Arial"/>
                <a:ea typeface="Arial"/>
                <a:cs typeface="Arial"/>
              </a:defRPr>
            </a:pPr>
            <a:r>
              <a:rPr sz="1875" b="0">
                <a:solidFill>
                  <a:srgbClr val="64756A"/>
                </a:solidFill>
                <a:latin typeface="Arial"/>
                <a:ea typeface="Arial"/>
                <a:cs typeface="Arial"/>
              </a:rPr>
              <a:t>sebagai draft, lalu tinjau.</a:t>
            </a:r>
          </a:p>
        </p:txBody>
      </p:sp>
      <p:sp>
        <p:nvSpPr>
          <p:cNvPr id="12" name="Foto dan video">
            <a:extLst xmlns:a="http://schemas.openxmlformats.org/drawingml/2006/main">
              <a:ext uri="{FF2B5EF4-FFF2-40B4-BE49-F238E27FC236}">
                <a16:creationId xmlns:a16="http://schemas.microsoft.com/office/drawing/2014/main" id="{9FAB5AA9-BFBD-4F73-9AC9-5A040614816F}"/>
              </a:ext>
            </a:extLst>
          </p:cNvPr>
          <p:cNvSpPr>
            <a:spLocks xmlns:a="http://schemas.openxmlformats.org/drawingml/2006/main" noGrp="1"/>
          </p:cNvSpPr>
          <p:nvPr/>
        </p:nvSpPr>
        <p:spPr>
          <a:xfrm xmlns:a="http://schemas.openxmlformats.org/drawingml/2006/main">
            <a:off x="8191500" y="5114925"/>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7382C"/>
                </a:solidFill>
                <a:latin typeface="Arial"/>
                <a:ea typeface="Arial"/>
                <a:cs typeface="Arial"/>
              </a:defRPr>
            </a:defPPr>
            <a:lvl1pPr algn="l">
              <a:defRPr sz="2175" b="1">
                <a:solidFill>
                  <a:srgbClr val="17382C"/>
                </a:solidFill>
                <a:latin typeface="Arial"/>
                <a:ea typeface="Arial"/>
                <a:cs typeface="Arial"/>
              </a:defRPr>
            </a:lvl1pPr>
            <a:lvl2pPr algn="l">
              <a:defRPr sz="2175" b="1">
                <a:solidFill>
                  <a:srgbClr val="17382C"/>
                </a:solidFill>
                <a:latin typeface="Arial"/>
                <a:ea typeface="Arial"/>
                <a:cs typeface="Arial"/>
              </a:defRPr>
            </a:lvl2pPr>
            <a:lvl3pPr algn="l">
              <a:defRPr sz="2175" b="1">
                <a:solidFill>
                  <a:srgbClr val="17382C"/>
                </a:solidFill>
                <a:latin typeface="Arial"/>
                <a:ea typeface="Arial"/>
                <a:cs typeface="Arial"/>
              </a:defRPr>
            </a:lvl3pPr>
            <a:lvl4pPr algn="l">
              <a:defRPr sz="2175" b="1">
                <a:solidFill>
                  <a:srgbClr val="17382C"/>
                </a:solidFill>
                <a:latin typeface="Arial"/>
                <a:ea typeface="Arial"/>
                <a:cs typeface="Arial"/>
              </a:defRPr>
            </a:lvl4pPr>
            <a:lvl5pPr algn="l">
              <a:defRPr sz="2175" b="1">
                <a:solidFill>
                  <a:srgbClr val="17382C"/>
                </a:solidFill>
                <a:latin typeface="Arial"/>
                <a:ea typeface="Arial"/>
                <a:cs typeface="Arial"/>
              </a:defRPr>
            </a:lvl5pPr>
            <a:lvl6pPr algn="l">
              <a:defRPr sz="2175" b="1">
                <a:solidFill>
                  <a:srgbClr val="17382C"/>
                </a:solidFill>
                <a:latin typeface="Arial"/>
                <a:ea typeface="Arial"/>
                <a:cs typeface="Arial"/>
              </a:defRPr>
            </a:lvl6pPr>
            <a:lvl7pPr algn="l">
              <a:defRPr sz="2175" b="1">
                <a:solidFill>
                  <a:srgbClr val="17382C"/>
                </a:solidFill>
                <a:latin typeface="Arial"/>
                <a:ea typeface="Arial"/>
                <a:cs typeface="Arial"/>
              </a:defRPr>
            </a:lvl7pPr>
            <a:lvl8pPr algn="l">
              <a:defRPr sz="2175" b="1">
                <a:solidFill>
                  <a:srgbClr val="17382C"/>
                </a:solidFill>
                <a:latin typeface="Arial"/>
                <a:ea typeface="Arial"/>
                <a:cs typeface="Arial"/>
              </a:defRPr>
            </a:lvl8pPr>
            <a:lvl9pPr algn="l">
              <a:defRPr sz="2175" b="1">
                <a:solidFill>
                  <a:srgbClr val="17382C"/>
                </a:solidFill>
                <a:latin typeface="Arial"/>
                <a:ea typeface="Arial"/>
                <a:cs typeface="Arial"/>
              </a:defRPr>
            </a:lvl9pPr>
          </a:lstStyle>
          <a:p xmlns:a="http://schemas.openxmlformats.org/drawingml/2006/main">
            <a:pPr algn="l">
              <a:defRPr sz="2175" b="1">
                <a:solidFill>
                  <a:srgbClr val="17382C"/>
                </a:solidFill>
                <a:latin typeface="Arial"/>
                <a:ea typeface="Arial"/>
                <a:cs typeface="Arial"/>
              </a:defRPr>
            </a:pPr>
            <a:r>
              <a:rPr sz="2175" b="1">
                <a:solidFill>
                  <a:srgbClr val="17382C"/>
                </a:solidFill>
                <a:latin typeface="Arial"/>
                <a:ea typeface="Arial"/>
                <a:cs typeface="Arial"/>
              </a:rPr>
              <a:t>Foto dan video</a:t>
            </a:r>
          </a:p>
        </p:txBody>
      </p:sp>
      <p:sp>
        <p:nvSpPr>
          <p:cNvPr id="13" name="Galeri tidak memiliki Arsip.&#10;Periksa sebelum menghapus.">
            <a:extLst xmlns:a="http://schemas.openxmlformats.org/drawingml/2006/main">
              <a:ext uri="{FF2B5EF4-FFF2-40B4-BE49-F238E27FC236}">
                <a16:creationId xmlns:a16="http://schemas.microsoft.com/office/drawing/2014/main" id="{6FCFF166-2801-4E89-912D-365FF73800E2}"/>
              </a:ext>
            </a:extLst>
          </p:cNvPr>
          <p:cNvSpPr>
            <a:spLocks xmlns:a="http://schemas.openxmlformats.org/drawingml/2006/main" noGrp="1"/>
          </p:cNvSpPr>
          <p:nvPr/>
        </p:nvSpPr>
        <p:spPr>
          <a:xfrm xmlns:a="http://schemas.openxmlformats.org/drawingml/2006/main">
            <a:off x="8191500" y="5657850"/>
            <a:ext cx="3381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64756A"/>
                </a:solidFill>
                <a:latin typeface="Arial"/>
                <a:ea typeface="Arial"/>
                <a:cs typeface="Arial"/>
              </a:defRPr>
            </a:defPPr>
            <a:lvl1pPr algn="l">
              <a:defRPr sz="1875" b="0">
                <a:solidFill>
                  <a:srgbClr val="64756A"/>
                </a:solidFill>
                <a:latin typeface="Arial"/>
                <a:ea typeface="Arial"/>
                <a:cs typeface="Arial"/>
              </a:defRPr>
            </a:lvl1pPr>
            <a:lvl2pPr algn="l">
              <a:defRPr sz="1875" b="0">
                <a:solidFill>
                  <a:srgbClr val="64756A"/>
                </a:solidFill>
                <a:latin typeface="Arial"/>
                <a:ea typeface="Arial"/>
                <a:cs typeface="Arial"/>
              </a:defRPr>
            </a:lvl2pPr>
            <a:lvl3pPr algn="l">
              <a:defRPr sz="1875" b="0">
                <a:solidFill>
                  <a:srgbClr val="64756A"/>
                </a:solidFill>
                <a:latin typeface="Arial"/>
                <a:ea typeface="Arial"/>
                <a:cs typeface="Arial"/>
              </a:defRPr>
            </a:lvl3pPr>
            <a:lvl4pPr algn="l">
              <a:defRPr sz="1875" b="0">
                <a:solidFill>
                  <a:srgbClr val="64756A"/>
                </a:solidFill>
                <a:latin typeface="Arial"/>
                <a:ea typeface="Arial"/>
                <a:cs typeface="Arial"/>
              </a:defRPr>
            </a:lvl4pPr>
            <a:lvl5pPr algn="l">
              <a:defRPr sz="1875" b="0">
                <a:solidFill>
                  <a:srgbClr val="64756A"/>
                </a:solidFill>
                <a:latin typeface="Arial"/>
                <a:ea typeface="Arial"/>
                <a:cs typeface="Arial"/>
              </a:defRPr>
            </a:lvl5pPr>
            <a:lvl6pPr algn="l">
              <a:defRPr sz="1875" b="0">
                <a:solidFill>
                  <a:srgbClr val="64756A"/>
                </a:solidFill>
                <a:latin typeface="Arial"/>
                <a:ea typeface="Arial"/>
                <a:cs typeface="Arial"/>
              </a:defRPr>
            </a:lvl6pPr>
            <a:lvl7pPr algn="l">
              <a:defRPr sz="1875" b="0">
                <a:solidFill>
                  <a:srgbClr val="64756A"/>
                </a:solidFill>
                <a:latin typeface="Arial"/>
                <a:ea typeface="Arial"/>
                <a:cs typeface="Arial"/>
              </a:defRPr>
            </a:lvl7pPr>
            <a:lvl8pPr algn="l">
              <a:defRPr sz="1875" b="0">
                <a:solidFill>
                  <a:srgbClr val="64756A"/>
                </a:solidFill>
                <a:latin typeface="Arial"/>
                <a:ea typeface="Arial"/>
                <a:cs typeface="Arial"/>
              </a:defRPr>
            </a:lvl8pPr>
            <a:lvl9pPr algn="l">
              <a:defRPr sz="1875" b="0">
                <a:solidFill>
                  <a:srgbClr val="64756A"/>
                </a:solidFill>
                <a:latin typeface="Arial"/>
                <a:ea typeface="Arial"/>
                <a:cs typeface="Arial"/>
              </a:defRPr>
            </a:lvl9pPr>
          </a:lstStyle>
          <a:p xmlns:a="http://schemas.openxmlformats.org/drawingml/2006/main">
            <a:pPr algn="l">
              <a:defRPr sz="1875" b="0">
                <a:solidFill>
                  <a:srgbClr val="64756A"/>
                </a:solidFill>
                <a:latin typeface="Arial"/>
                <a:ea typeface="Arial"/>
                <a:cs typeface="Arial"/>
              </a:defRPr>
            </a:pPr>
            <a:r>
              <a:rPr sz="1875" b="0">
                <a:solidFill>
                  <a:srgbClr val="64756A"/>
                </a:solidFill>
                <a:latin typeface="Arial"/>
                <a:ea typeface="Arial"/>
                <a:cs typeface="Arial"/>
              </a:rPr>
              <a:t>Galeri tidak memiliki Arsip.</a:t>
            </a:r>
          </a:p>
          <a:p xmlns:a="http://schemas.openxmlformats.org/drawingml/2006/main">
            <a:pPr algn="l">
              <a:defRPr sz="1875" b="0">
                <a:solidFill>
                  <a:srgbClr val="64756A"/>
                </a:solidFill>
                <a:latin typeface="Arial"/>
                <a:ea typeface="Arial"/>
                <a:cs typeface="Arial"/>
              </a:defRPr>
            </a:pPr>
            <a:r>
              <a:rPr sz="1875" b="0">
                <a:solidFill>
                  <a:srgbClr val="64756A"/>
                </a:solidFill>
                <a:latin typeface="Arial"/>
                <a:ea typeface="Arial"/>
                <a:cs typeface="Arial"/>
              </a:rPr>
              <a:t>Periksa sebelum menghapus.</a:t>
            </a:r>
          </a:p>
        </p:txBody>
      </p:sp>
    </p:spTree>
    <p:extLst>
      <p:ext uri="{BB962C8B-B14F-4D97-AF65-F5344CB8AC3E}">
        <p14:creationId xmlns:p14="http://schemas.microsoft.com/office/powerpoint/2010/main" val="980938421"/>
      </p:ext>
    </p:extLst>
  </p:cSld>
</p:sld>
</file>

<file path=ppt/slides/slide9.xml><?xml version="1.0" encoding="utf-8"?>
<p:sld xmlns:p="http://schemas.openxmlformats.org/presentationml/2006/main">
  <p:cSld>
    <p:bg>
      <p:bgPr>
        <a:solidFill xmlns:a="http://schemas.openxmlformats.org/drawingml/2006/main">
          <a:srgbClr val="0B3026"/>
        </a:solidFill>
      </p:bgPr>
    </p:bg>
    <p:spTree>
      <p:nvGrpSpPr>
        <p:cNvPr id="1" name=""/>
        <p:cNvGrpSpPr/>
        <p:nvPr/>
      </p:nvGrpSpPr>
      <p:grpSpPr>
        <a:xfrm xmlns:a="http://schemas.openxmlformats.org/drawingml/2006/main"/>
      </p:grpSpPr>
      <p:sp>
        <p:nvSpPr>
          <p:cNvPr id="8" name="09 / 10">
            <a:extLst xmlns:a="http://schemas.openxmlformats.org/drawingml/2006/main">
              <a:ext uri="{FF2B5EF4-FFF2-40B4-BE49-F238E27FC236}">
                <a16:creationId xmlns:a16="http://schemas.microsoft.com/office/drawing/2014/main" id="{E3030EEF-A7BA-4348-B002-8F6195276185}"/>
              </a:ext>
            </a:extLst>
          </p:cNvPr>
          <p:cNvSpPr>
            <a:spLocks xmlns:a="http://schemas.openxmlformats.org/drawingml/2006/main" noGrp="1"/>
          </p:cNvSpPr>
          <p:nvPr/>
        </p:nvSpPr>
        <p:spPr>
          <a:xfrm xmlns:a="http://schemas.openxmlformats.org/drawingml/2006/main">
            <a:off x="10839450" y="640080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D5E1D7"/>
                </a:solidFill>
                <a:latin typeface="Arial"/>
                <a:ea typeface="Arial"/>
                <a:cs typeface="Arial"/>
              </a:defRPr>
            </a:defPPr>
            <a:lvl1pPr algn="l">
              <a:buNone/>
              <a:defRPr sz="3450" b="1">
                <a:solidFill>
                  <a:srgbClr val="143D28"/>
                </a:solidFill>
                <a:latin typeface="Arial"/>
                <a:ea typeface="Arial"/>
                <a:cs typeface="Arial"/>
              </a:defRPr>
            </a:lvl1pPr>
            <a:lvl2pPr algn="l">
              <a:buNone/>
              <a:defRPr sz="3450" b="1">
                <a:solidFill>
                  <a:srgbClr val="143D28"/>
                </a:solidFill>
                <a:latin typeface="Arial"/>
                <a:ea typeface="Arial"/>
                <a:cs typeface="Arial"/>
              </a:defRPr>
            </a:lvl2pPr>
            <a:lvl3pPr algn="l">
              <a:buNone/>
              <a:defRPr sz="3450" b="1">
                <a:solidFill>
                  <a:srgbClr val="143D28"/>
                </a:solidFill>
                <a:latin typeface="Arial"/>
                <a:ea typeface="Arial"/>
                <a:cs typeface="Arial"/>
              </a:defRPr>
            </a:lvl3pPr>
            <a:lvl4pPr algn="l">
              <a:buNone/>
              <a:defRPr sz="3450" b="1">
                <a:solidFill>
                  <a:srgbClr val="143D28"/>
                </a:solidFill>
                <a:latin typeface="Arial"/>
                <a:ea typeface="Arial"/>
                <a:cs typeface="Arial"/>
              </a:defRPr>
            </a:lvl4pPr>
            <a:lvl5pPr algn="l">
              <a:buNone/>
              <a:defRPr sz="3450" b="1">
                <a:solidFill>
                  <a:srgbClr val="143D28"/>
                </a:solidFill>
                <a:latin typeface="Arial"/>
                <a:ea typeface="Arial"/>
                <a:cs typeface="Arial"/>
              </a:defRPr>
            </a:lvl5pPr>
            <a:lvl6pPr algn="l">
              <a:buNone/>
              <a:defRPr sz="3450" b="1">
                <a:solidFill>
                  <a:srgbClr val="143D28"/>
                </a:solidFill>
                <a:latin typeface="Arial"/>
                <a:ea typeface="Arial"/>
                <a:cs typeface="Arial"/>
              </a:defRPr>
            </a:lvl6pPr>
            <a:lvl7pPr algn="l">
              <a:buNone/>
              <a:defRPr sz="3450" b="1">
                <a:solidFill>
                  <a:srgbClr val="143D28"/>
                </a:solidFill>
                <a:latin typeface="Arial"/>
                <a:ea typeface="Arial"/>
                <a:cs typeface="Arial"/>
              </a:defRPr>
            </a:lvl7pPr>
            <a:lvl8pPr algn="l">
              <a:buNone/>
              <a:defRPr sz="3450" b="1">
                <a:solidFill>
                  <a:srgbClr val="143D28"/>
                </a:solidFill>
                <a:latin typeface="Arial"/>
                <a:ea typeface="Arial"/>
                <a:cs typeface="Arial"/>
              </a:defRPr>
            </a:lvl8pPr>
            <a:lvl9pPr algn="l">
              <a:buNone/>
              <a:defRPr sz="3450" b="1">
                <a:solidFill>
                  <a:srgbClr val="143D28"/>
                </a:solidFill>
                <a:latin typeface="Arial"/>
                <a:ea typeface="Arial"/>
                <a:cs typeface="Arial"/>
              </a:defRPr>
            </a:lvl9pPr>
          </a:lstStyle>
          <a:p xmlns:a="http://schemas.openxmlformats.org/drawingml/2006/main">
            <a:pPr algn="l">
              <a:buNone/>
              <a:defRPr sz="1350" b="0">
                <a:solidFill>
                  <a:srgbClr val="D5E1D7"/>
                </a:solidFill>
                <a:latin typeface="Arial"/>
                <a:ea typeface="Arial"/>
                <a:cs typeface="Arial"/>
              </a:defRPr>
            </a:pPr>
            <a:r>
              <a:rPr sz="1350" b="0">
                <a:solidFill>
                  <a:srgbClr val="D5E1D7"/>
                </a:solidFill>
                <a:latin typeface="Arial"/>
                <a:ea typeface="Arial"/>
                <a:cs typeface="Arial"/>
              </a:rPr>
              <a:t>09 / 10</a:t>
            </a:r>
          </a:p>
        </p:txBody>
      </p:sp>
      <p:sp>
        <p:nvSpPr>
          <p:cNvPr id="2" name="SEKARANG GILIRAN KALIAN">
            <a:extLst xmlns:a="http://schemas.openxmlformats.org/drawingml/2006/main">
              <a:ext uri="{FF2B5EF4-FFF2-40B4-BE49-F238E27FC236}">
                <a16:creationId xmlns:a16="http://schemas.microsoft.com/office/drawing/2014/main" id="{5E0DA3C7-2F10-48F0-9461-50AC2F4135C9}"/>
              </a:ext>
            </a:extLst>
          </p:cNvPr>
          <p:cNvSpPr>
            <a:spLocks xmlns:a="http://schemas.openxmlformats.org/drawingml/2006/main" noGrp="1"/>
          </p:cNvSpPr>
          <p:nvPr/>
        </p:nvSpPr>
        <p:spPr>
          <a:xfrm xmlns:a="http://schemas.openxmlformats.org/drawingml/2006/main">
            <a:off x="533400" y="428625"/>
            <a:ext cx="6524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00" b="1">
                <a:solidFill>
                  <a:srgbClr val="E6C58B"/>
                </a:solidFill>
                <a:latin typeface="Arial"/>
                <a:ea typeface="Arial"/>
                <a:cs typeface="Arial"/>
              </a:defRPr>
            </a:defPPr>
            <a:lvl1pPr algn="l">
              <a:buNone/>
              <a:defRPr sz="1350" b="0">
                <a:solidFill>
                  <a:srgbClr val="52665A"/>
                </a:solidFill>
                <a:latin typeface="Arial"/>
                <a:ea typeface="Arial"/>
                <a:cs typeface="Arial"/>
              </a:defRPr>
            </a:lvl1pPr>
            <a:lvl2pPr algn="l">
              <a:buNone/>
              <a:defRPr sz="1350" b="0">
                <a:solidFill>
                  <a:srgbClr val="52665A"/>
                </a:solidFill>
                <a:latin typeface="Arial"/>
                <a:ea typeface="Arial"/>
                <a:cs typeface="Arial"/>
              </a:defRPr>
            </a:lvl2pPr>
            <a:lvl3pPr algn="l">
              <a:buNone/>
              <a:defRPr sz="1350" b="0">
                <a:solidFill>
                  <a:srgbClr val="52665A"/>
                </a:solidFill>
                <a:latin typeface="Arial"/>
                <a:ea typeface="Arial"/>
                <a:cs typeface="Arial"/>
              </a:defRPr>
            </a:lvl3pPr>
            <a:lvl4pPr algn="l">
              <a:buNone/>
              <a:defRPr sz="1350" b="0">
                <a:solidFill>
                  <a:srgbClr val="52665A"/>
                </a:solidFill>
                <a:latin typeface="Arial"/>
                <a:ea typeface="Arial"/>
                <a:cs typeface="Arial"/>
              </a:defRPr>
            </a:lvl4pPr>
            <a:lvl5pPr algn="l">
              <a:buNone/>
              <a:defRPr sz="1350" b="0">
                <a:solidFill>
                  <a:srgbClr val="52665A"/>
                </a:solidFill>
                <a:latin typeface="Arial"/>
                <a:ea typeface="Arial"/>
                <a:cs typeface="Arial"/>
              </a:defRPr>
            </a:lvl5pPr>
            <a:lvl6pPr algn="l">
              <a:buNone/>
              <a:defRPr sz="1350" b="0">
                <a:solidFill>
                  <a:srgbClr val="52665A"/>
                </a:solidFill>
                <a:latin typeface="Arial"/>
                <a:ea typeface="Arial"/>
                <a:cs typeface="Arial"/>
              </a:defRPr>
            </a:lvl6pPr>
            <a:lvl7pPr algn="l">
              <a:buNone/>
              <a:defRPr sz="1350" b="0">
                <a:solidFill>
                  <a:srgbClr val="52665A"/>
                </a:solidFill>
                <a:latin typeface="Arial"/>
                <a:ea typeface="Arial"/>
                <a:cs typeface="Arial"/>
              </a:defRPr>
            </a:lvl7pPr>
            <a:lvl8pPr algn="l">
              <a:buNone/>
              <a:defRPr sz="1350" b="0">
                <a:solidFill>
                  <a:srgbClr val="52665A"/>
                </a:solidFill>
                <a:latin typeface="Arial"/>
                <a:ea typeface="Arial"/>
                <a:cs typeface="Arial"/>
              </a:defRPr>
            </a:lvl8pPr>
            <a:lvl9pPr algn="l">
              <a:buNone/>
              <a:defRPr sz="1350" b="0">
                <a:solidFill>
                  <a:srgbClr val="52665A"/>
                </a:solidFill>
                <a:latin typeface="Arial"/>
                <a:ea typeface="Arial"/>
                <a:cs typeface="Arial"/>
              </a:defRPr>
            </a:lvl9pPr>
          </a:lstStyle>
          <a:p xmlns:a="http://schemas.openxmlformats.org/drawingml/2006/main">
            <a:pPr algn="l">
              <a:buNone/>
              <a:defRPr sz="1500" b="1">
                <a:solidFill>
                  <a:srgbClr val="E6C58B"/>
                </a:solidFill>
                <a:latin typeface="Arial"/>
                <a:ea typeface="Arial"/>
                <a:cs typeface="Arial"/>
              </a:defRPr>
            </a:pPr>
            <a:r>
              <a:rPr sz="1500" b="1">
                <a:solidFill>
                  <a:srgbClr val="E6C58B"/>
                </a:solidFill>
                <a:latin typeface="Arial"/>
                <a:ea typeface="Arial"/>
                <a:cs typeface="Arial"/>
              </a:rPr>
              <a:t>SEKARANG GILIRAN KALIAN</a:t>
            </a:r>
          </a:p>
        </p:txBody>
      </p:sp>
      <p:sp>
        <p:nvSpPr>
          <p:cNvPr id="3" name="Latihan&#10;berita kegiatan">
            <a:extLst xmlns:a="http://schemas.openxmlformats.org/drawingml/2006/main">
              <a:ext uri="{FF2B5EF4-FFF2-40B4-BE49-F238E27FC236}">
                <a16:creationId xmlns:a16="http://schemas.microsoft.com/office/drawing/2014/main" id="{87AF6F33-7330-481D-971A-E532468B9262}"/>
              </a:ext>
            </a:extLst>
          </p:cNvPr>
          <p:cNvSpPr>
            <a:spLocks xmlns:a="http://schemas.openxmlformats.org/drawingml/2006/main" noGrp="1"/>
          </p:cNvSpPr>
          <p:nvPr/>
        </p:nvSpPr>
        <p:spPr>
          <a:xfrm xmlns:a="http://schemas.openxmlformats.org/drawingml/2006/main">
            <a:off x="495300" y="1057275"/>
            <a:ext cx="666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650" b="1">
                <a:solidFill>
                  <a:srgbClr val="FFFFFF"/>
                </a:solidFill>
                <a:latin typeface="Arial"/>
                <a:ea typeface="Arial"/>
                <a:cs typeface="Arial"/>
              </a:defRPr>
            </a:defPPr>
            <a:lvl1pPr algn="l">
              <a:buNone/>
              <a:defRPr sz="2850" b="1">
                <a:solidFill>
                  <a:srgbClr val="166534"/>
                </a:solidFill>
                <a:latin typeface="Arial"/>
                <a:ea typeface="Arial"/>
                <a:cs typeface="Arial"/>
              </a:defRPr>
            </a:lvl1pPr>
            <a:lvl2pPr algn="l">
              <a:buNone/>
              <a:defRPr sz="2850" b="1">
                <a:solidFill>
                  <a:srgbClr val="166534"/>
                </a:solidFill>
                <a:latin typeface="Arial"/>
                <a:ea typeface="Arial"/>
                <a:cs typeface="Arial"/>
              </a:defRPr>
            </a:lvl2pPr>
            <a:lvl3pPr algn="l">
              <a:buNone/>
              <a:defRPr sz="2850" b="1">
                <a:solidFill>
                  <a:srgbClr val="166534"/>
                </a:solidFill>
                <a:latin typeface="Arial"/>
                <a:ea typeface="Arial"/>
                <a:cs typeface="Arial"/>
              </a:defRPr>
            </a:lvl3pPr>
            <a:lvl4pPr algn="l">
              <a:buNone/>
              <a:defRPr sz="2850" b="1">
                <a:solidFill>
                  <a:srgbClr val="166534"/>
                </a:solidFill>
                <a:latin typeface="Arial"/>
                <a:ea typeface="Arial"/>
                <a:cs typeface="Arial"/>
              </a:defRPr>
            </a:lvl4pPr>
            <a:lvl5pPr algn="l">
              <a:buNone/>
              <a:defRPr sz="2850" b="1">
                <a:solidFill>
                  <a:srgbClr val="166534"/>
                </a:solidFill>
                <a:latin typeface="Arial"/>
                <a:ea typeface="Arial"/>
                <a:cs typeface="Arial"/>
              </a:defRPr>
            </a:lvl5pPr>
            <a:lvl6pPr algn="l">
              <a:buNone/>
              <a:defRPr sz="2850" b="1">
                <a:solidFill>
                  <a:srgbClr val="166534"/>
                </a:solidFill>
                <a:latin typeface="Arial"/>
                <a:ea typeface="Arial"/>
                <a:cs typeface="Arial"/>
              </a:defRPr>
            </a:lvl6pPr>
            <a:lvl7pPr algn="l">
              <a:buNone/>
              <a:defRPr sz="2850" b="1">
                <a:solidFill>
                  <a:srgbClr val="166534"/>
                </a:solidFill>
                <a:latin typeface="Arial"/>
                <a:ea typeface="Arial"/>
                <a:cs typeface="Arial"/>
              </a:defRPr>
            </a:lvl7pPr>
            <a:lvl8pPr algn="l">
              <a:buNone/>
              <a:defRPr sz="2850" b="1">
                <a:solidFill>
                  <a:srgbClr val="166534"/>
                </a:solidFill>
                <a:latin typeface="Arial"/>
                <a:ea typeface="Arial"/>
                <a:cs typeface="Arial"/>
              </a:defRPr>
            </a:lvl8pPr>
            <a:lvl9pPr algn="l">
              <a:buNone/>
              <a:defRPr sz="2850" b="1">
                <a:solidFill>
                  <a:srgbClr val="166534"/>
                </a:solidFill>
                <a:latin typeface="Arial"/>
                <a:ea typeface="Arial"/>
                <a:cs typeface="Arial"/>
              </a:defRPr>
            </a:lvl9pPr>
          </a:lstStyle>
          <a:p xmlns:a="http://schemas.openxmlformats.org/drawingml/2006/main">
            <a:pPr algn="l">
              <a:buNone/>
              <a:defRPr sz="4650" b="1">
                <a:solidFill>
                  <a:srgbClr val="FFFFFF"/>
                </a:solidFill>
                <a:latin typeface="Arial"/>
                <a:ea typeface="Arial"/>
                <a:cs typeface="Arial"/>
              </a:defRPr>
            </a:pPr>
            <a:r>
              <a:rPr sz="4650" b="1">
                <a:solidFill>
                  <a:srgbClr val="FFFFFF"/>
                </a:solidFill>
                <a:latin typeface="Arial"/>
                <a:ea typeface="Arial"/>
                <a:cs typeface="Arial"/>
              </a:rPr>
              <a:t>Latihan</a:t>
            </a:r>
          </a:p>
          <a:p xmlns:a="http://schemas.openxmlformats.org/drawingml/2006/main">
            <a:pPr algn="l">
              <a:buNone/>
              <a:defRPr sz="4650" b="1">
                <a:solidFill>
                  <a:srgbClr val="FFFFFF"/>
                </a:solidFill>
                <a:latin typeface="Arial"/>
                <a:ea typeface="Arial"/>
                <a:cs typeface="Arial"/>
              </a:defRPr>
            </a:pPr>
            <a:r>
              <a:rPr sz="4650" b="1">
                <a:solidFill>
                  <a:srgbClr val="FFFFFF"/>
                </a:solidFill>
                <a:latin typeface="Arial"/>
                <a:ea typeface="Arial"/>
                <a:cs typeface="Arial"/>
              </a:rPr>
              <a:t>berita kegiatan</a:t>
            </a:r>
          </a:p>
        </p:txBody>
      </p:sp>
      <p:sp>
        <p:nvSpPr>
          <p:cNvPr id="4" name="7">
            <a:extLst xmlns:a="http://schemas.openxmlformats.org/drawingml/2006/main">
              <a:ext uri="{FF2B5EF4-FFF2-40B4-BE49-F238E27FC236}">
                <a16:creationId xmlns:a16="http://schemas.microsoft.com/office/drawing/2014/main" id="{FC9041AA-5B54-48C4-92E2-384AB4F83A82}"/>
              </a:ext>
            </a:extLst>
          </p:cNvPr>
          <p:cNvSpPr>
            <a:spLocks xmlns:a="http://schemas.openxmlformats.org/drawingml/2006/main" noGrp="1"/>
          </p:cNvSpPr>
          <p:nvPr/>
        </p:nvSpPr>
        <p:spPr>
          <a:xfrm xmlns:a="http://schemas.openxmlformats.org/drawingml/2006/main">
            <a:off x="514350" y="2800350"/>
            <a:ext cx="1047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8100" b="1">
                <a:solidFill>
                  <a:srgbClr val="E6C58B"/>
                </a:solidFill>
                <a:latin typeface="Arial"/>
                <a:ea typeface="Arial"/>
                <a:cs typeface="Arial"/>
              </a:defRPr>
            </a:defPPr>
            <a:lvl1pPr algn="l">
              <a:buNone/>
              <a:defRPr sz="2325" b="0">
                <a:solidFill>
                  <a:srgbClr val="253E30"/>
                </a:solidFill>
                <a:latin typeface="Arial"/>
                <a:ea typeface="Arial"/>
                <a:cs typeface="Arial"/>
              </a:defRPr>
            </a:lvl1pPr>
            <a:lvl2pPr algn="l">
              <a:buNone/>
              <a:defRPr sz="2325" b="0">
                <a:solidFill>
                  <a:srgbClr val="253E30"/>
                </a:solidFill>
                <a:latin typeface="Arial"/>
                <a:ea typeface="Arial"/>
                <a:cs typeface="Arial"/>
              </a:defRPr>
            </a:lvl2pPr>
            <a:lvl3pPr algn="l">
              <a:buNone/>
              <a:defRPr sz="2325" b="0">
                <a:solidFill>
                  <a:srgbClr val="253E30"/>
                </a:solidFill>
                <a:latin typeface="Arial"/>
                <a:ea typeface="Arial"/>
                <a:cs typeface="Arial"/>
              </a:defRPr>
            </a:lvl3pPr>
            <a:lvl4pPr algn="l">
              <a:buNone/>
              <a:defRPr sz="2325" b="0">
                <a:solidFill>
                  <a:srgbClr val="253E30"/>
                </a:solidFill>
                <a:latin typeface="Arial"/>
                <a:ea typeface="Arial"/>
                <a:cs typeface="Arial"/>
              </a:defRPr>
            </a:lvl4pPr>
            <a:lvl5pPr algn="l">
              <a:buNone/>
              <a:defRPr sz="2325" b="0">
                <a:solidFill>
                  <a:srgbClr val="253E30"/>
                </a:solidFill>
                <a:latin typeface="Arial"/>
                <a:ea typeface="Arial"/>
                <a:cs typeface="Arial"/>
              </a:defRPr>
            </a:lvl5pPr>
            <a:lvl6pPr algn="l">
              <a:buNone/>
              <a:defRPr sz="2325" b="0">
                <a:solidFill>
                  <a:srgbClr val="253E30"/>
                </a:solidFill>
                <a:latin typeface="Arial"/>
                <a:ea typeface="Arial"/>
                <a:cs typeface="Arial"/>
              </a:defRPr>
            </a:lvl6pPr>
            <a:lvl7pPr algn="l">
              <a:buNone/>
              <a:defRPr sz="2325" b="0">
                <a:solidFill>
                  <a:srgbClr val="253E30"/>
                </a:solidFill>
                <a:latin typeface="Arial"/>
                <a:ea typeface="Arial"/>
                <a:cs typeface="Arial"/>
              </a:defRPr>
            </a:lvl7pPr>
            <a:lvl8pPr algn="l">
              <a:buNone/>
              <a:defRPr sz="2325" b="0">
                <a:solidFill>
                  <a:srgbClr val="253E30"/>
                </a:solidFill>
                <a:latin typeface="Arial"/>
                <a:ea typeface="Arial"/>
                <a:cs typeface="Arial"/>
              </a:defRPr>
            </a:lvl8pPr>
            <a:lvl9pPr algn="l">
              <a:buNone/>
              <a:defRPr sz="2325" b="0">
                <a:solidFill>
                  <a:srgbClr val="253E30"/>
                </a:solidFill>
                <a:latin typeface="Arial"/>
                <a:ea typeface="Arial"/>
                <a:cs typeface="Arial"/>
              </a:defRPr>
            </a:lvl9pPr>
          </a:lstStyle>
          <a:p xmlns:a="http://schemas.openxmlformats.org/drawingml/2006/main">
            <a:pPr algn="l">
              <a:buNone/>
              <a:defRPr sz="8100" b="1">
                <a:solidFill>
                  <a:srgbClr val="E6C58B"/>
                </a:solidFill>
                <a:latin typeface="Arial"/>
                <a:ea typeface="Arial"/>
                <a:cs typeface="Arial"/>
              </a:defRPr>
            </a:pPr>
            <a:r>
              <a:rPr sz="8100" b="1">
                <a:solidFill>
                  <a:srgbClr val="E6C58B"/>
                </a:solidFill>
                <a:latin typeface="Arial"/>
                <a:ea typeface="Arial"/>
                <a:cs typeface="Arial"/>
              </a:rPr>
              <a:t>7</a:t>
            </a:r>
          </a:p>
        </p:txBody>
      </p:sp>
      <p:sp>
        <p:nvSpPr>
          <p:cNvPr id="5" name="menit">
            <a:extLst xmlns:a="http://schemas.openxmlformats.org/drawingml/2006/main">
              <a:ext uri="{FF2B5EF4-FFF2-40B4-BE49-F238E27FC236}">
                <a16:creationId xmlns:a16="http://schemas.microsoft.com/office/drawing/2014/main" id="{434B83B5-DF03-43C8-BEDB-2E2A45162978}"/>
              </a:ext>
            </a:extLst>
          </p:cNvPr>
          <p:cNvSpPr>
            <a:spLocks xmlns:a="http://schemas.openxmlformats.org/drawingml/2006/main" noGrp="1"/>
          </p:cNvSpPr>
          <p:nvPr/>
        </p:nvSpPr>
        <p:spPr>
          <a:xfrm xmlns:a="http://schemas.openxmlformats.org/drawingml/2006/main">
            <a:off x="1628775" y="3419475"/>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75" b="0">
                <a:solidFill>
                  <a:srgbClr val="D5E1D7"/>
                </a:solidFill>
                <a:latin typeface="Arial"/>
                <a:ea typeface="Arial"/>
                <a:cs typeface="Arial"/>
              </a:defRPr>
            </a:defPPr>
            <a:lvl1pPr algn="l">
              <a:buNone/>
              <a:defRPr sz="2325" b="0">
                <a:solidFill>
                  <a:srgbClr val="253E30"/>
                </a:solidFill>
                <a:latin typeface="Arial"/>
                <a:ea typeface="Arial"/>
                <a:cs typeface="Arial"/>
              </a:defRPr>
            </a:lvl1pPr>
            <a:lvl2pPr algn="l">
              <a:buNone/>
              <a:defRPr sz="2325" b="0">
                <a:solidFill>
                  <a:srgbClr val="253E30"/>
                </a:solidFill>
                <a:latin typeface="Arial"/>
                <a:ea typeface="Arial"/>
                <a:cs typeface="Arial"/>
              </a:defRPr>
            </a:lvl2pPr>
            <a:lvl3pPr algn="l">
              <a:buNone/>
              <a:defRPr sz="2325" b="0">
                <a:solidFill>
                  <a:srgbClr val="253E30"/>
                </a:solidFill>
                <a:latin typeface="Arial"/>
                <a:ea typeface="Arial"/>
                <a:cs typeface="Arial"/>
              </a:defRPr>
            </a:lvl3pPr>
            <a:lvl4pPr algn="l">
              <a:buNone/>
              <a:defRPr sz="2325" b="0">
                <a:solidFill>
                  <a:srgbClr val="253E30"/>
                </a:solidFill>
                <a:latin typeface="Arial"/>
                <a:ea typeface="Arial"/>
                <a:cs typeface="Arial"/>
              </a:defRPr>
            </a:lvl4pPr>
            <a:lvl5pPr algn="l">
              <a:buNone/>
              <a:defRPr sz="2325" b="0">
                <a:solidFill>
                  <a:srgbClr val="253E30"/>
                </a:solidFill>
                <a:latin typeface="Arial"/>
                <a:ea typeface="Arial"/>
                <a:cs typeface="Arial"/>
              </a:defRPr>
            </a:lvl5pPr>
            <a:lvl6pPr algn="l">
              <a:buNone/>
              <a:defRPr sz="2325" b="0">
                <a:solidFill>
                  <a:srgbClr val="253E30"/>
                </a:solidFill>
                <a:latin typeface="Arial"/>
                <a:ea typeface="Arial"/>
                <a:cs typeface="Arial"/>
              </a:defRPr>
            </a:lvl6pPr>
            <a:lvl7pPr algn="l">
              <a:buNone/>
              <a:defRPr sz="2325" b="0">
                <a:solidFill>
                  <a:srgbClr val="253E30"/>
                </a:solidFill>
                <a:latin typeface="Arial"/>
                <a:ea typeface="Arial"/>
                <a:cs typeface="Arial"/>
              </a:defRPr>
            </a:lvl7pPr>
            <a:lvl8pPr algn="l">
              <a:buNone/>
              <a:defRPr sz="2325" b="0">
                <a:solidFill>
                  <a:srgbClr val="253E30"/>
                </a:solidFill>
                <a:latin typeface="Arial"/>
                <a:ea typeface="Arial"/>
                <a:cs typeface="Arial"/>
              </a:defRPr>
            </a:lvl8pPr>
            <a:lvl9pPr algn="l">
              <a:buNone/>
              <a:defRPr sz="2325" b="0">
                <a:solidFill>
                  <a:srgbClr val="253E30"/>
                </a:solidFill>
                <a:latin typeface="Arial"/>
                <a:ea typeface="Arial"/>
                <a:cs typeface="Arial"/>
              </a:defRPr>
            </a:lvl9pPr>
          </a:lstStyle>
          <a:p xmlns:a="http://schemas.openxmlformats.org/drawingml/2006/main">
            <a:pPr algn="l">
              <a:buNone/>
              <a:defRPr sz="2475" b="0">
                <a:solidFill>
                  <a:srgbClr val="D5E1D7"/>
                </a:solidFill>
                <a:latin typeface="Arial"/>
                <a:ea typeface="Arial"/>
                <a:cs typeface="Arial"/>
              </a:defRPr>
            </a:pPr>
            <a:r>
              <a:rPr sz="2475" b="0">
                <a:solidFill>
                  <a:srgbClr val="D5E1D7"/>
                </a:solidFill>
                <a:latin typeface="Arial"/>
                <a:ea typeface="Arial"/>
                <a:cs typeface="Arial"/>
              </a:rPr>
              <a:t>menit</a:t>
            </a:r>
          </a:p>
        </p:txBody>
      </p:sp>
      <p:sp>
        <p:nvSpPr>
          <p:cNvPr id="6" name="“Latihan: Kegiatan Tahfidz Pagi”">
            <a:extLst xmlns:a="http://schemas.openxmlformats.org/drawingml/2006/main">
              <a:ext uri="{FF2B5EF4-FFF2-40B4-BE49-F238E27FC236}">
                <a16:creationId xmlns:a16="http://schemas.microsoft.com/office/drawing/2014/main" id="{6299059A-E7A1-44B8-ADE1-4F2BE81F0BC2}"/>
              </a:ext>
            </a:extLst>
          </p:cNvPr>
          <p:cNvSpPr>
            <a:spLocks xmlns:a="http://schemas.openxmlformats.org/drawingml/2006/main" noGrp="1"/>
          </p:cNvSpPr>
          <p:nvPr/>
        </p:nvSpPr>
        <p:spPr>
          <a:xfrm xmlns:a="http://schemas.openxmlformats.org/drawingml/2006/main">
            <a:off x="533400" y="4248150"/>
            <a:ext cx="652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1">
                <a:solidFill>
                  <a:srgbClr val="FFFFFF"/>
                </a:solidFill>
                <a:latin typeface="Arial"/>
                <a:ea typeface="Arial"/>
                <a:cs typeface="Arial"/>
              </a:defRPr>
            </a:defPPr>
            <a:lvl1pPr algn="l">
              <a:buNone/>
              <a:defRPr sz="2325" b="0">
                <a:solidFill>
                  <a:srgbClr val="253E30"/>
                </a:solidFill>
                <a:latin typeface="Arial"/>
                <a:ea typeface="Arial"/>
                <a:cs typeface="Arial"/>
              </a:defRPr>
            </a:lvl1pPr>
            <a:lvl2pPr algn="l">
              <a:buNone/>
              <a:defRPr sz="2325" b="0">
                <a:solidFill>
                  <a:srgbClr val="253E30"/>
                </a:solidFill>
                <a:latin typeface="Arial"/>
                <a:ea typeface="Arial"/>
                <a:cs typeface="Arial"/>
              </a:defRPr>
            </a:lvl2pPr>
            <a:lvl3pPr algn="l">
              <a:buNone/>
              <a:defRPr sz="2325" b="0">
                <a:solidFill>
                  <a:srgbClr val="253E30"/>
                </a:solidFill>
                <a:latin typeface="Arial"/>
                <a:ea typeface="Arial"/>
                <a:cs typeface="Arial"/>
              </a:defRPr>
            </a:lvl3pPr>
            <a:lvl4pPr algn="l">
              <a:buNone/>
              <a:defRPr sz="2325" b="0">
                <a:solidFill>
                  <a:srgbClr val="253E30"/>
                </a:solidFill>
                <a:latin typeface="Arial"/>
                <a:ea typeface="Arial"/>
                <a:cs typeface="Arial"/>
              </a:defRPr>
            </a:lvl4pPr>
            <a:lvl5pPr algn="l">
              <a:buNone/>
              <a:defRPr sz="2325" b="0">
                <a:solidFill>
                  <a:srgbClr val="253E30"/>
                </a:solidFill>
                <a:latin typeface="Arial"/>
                <a:ea typeface="Arial"/>
                <a:cs typeface="Arial"/>
              </a:defRPr>
            </a:lvl5pPr>
            <a:lvl6pPr algn="l">
              <a:buNone/>
              <a:defRPr sz="2325" b="0">
                <a:solidFill>
                  <a:srgbClr val="253E30"/>
                </a:solidFill>
                <a:latin typeface="Arial"/>
                <a:ea typeface="Arial"/>
                <a:cs typeface="Arial"/>
              </a:defRPr>
            </a:lvl6pPr>
            <a:lvl7pPr algn="l">
              <a:buNone/>
              <a:defRPr sz="2325" b="0">
                <a:solidFill>
                  <a:srgbClr val="253E30"/>
                </a:solidFill>
                <a:latin typeface="Arial"/>
                <a:ea typeface="Arial"/>
                <a:cs typeface="Arial"/>
              </a:defRPr>
            </a:lvl7pPr>
            <a:lvl8pPr algn="l">
              <a:buNone/>
              <a:defRPr sz="2325" b="0">
                <a:solidFill>
                  <a:srgbClr val="253E30"/>
                </a:solidFill>
                <a:latin typeface="Arial"/>
                <a:ea typeface="Arial"/>
                <a:cs typeface="Arial"/>
              </a:defRPr>
            </a:lvl8pPr>
            <a:lvl9pPr algn="l">
              <a:buNone/>
              <a:defRPr sz="2325" b="0">
                <a:solidFill>
                  <a:srgbClr val="253E30"/>
                </a:solidFill>
                <a:latin typeface="Arial"/>
                <a:ea typeface="Arial"/>
                <a:cs typeface="Arial"/>
              </a:defRPr>
            </a:lvl9pPr>
          </a:lstStyle>
          <a:p xmlns:a="http://schemas.openxmlformats.org/drawingml/2006/main">
            <a:pPr algn="l">
              <a:buNone/>
              <a:defRPr sz="2325" b="1">
                <a:solidFill>
                  <a:srgbClr val="FFFFFF"/>
                </a:solidFill>
                <a:latin typeface="Arial"/>
                <a:ea typeface="Arial"/>
                <a:cs typeface="Arial"/>
              </a:defRPr>
            </a:pPr>
            <a:r>
              <a:rPr sz="2325" b="1">
                <a:solidFill>
                  <a:srgbClr val="FFFFFF"/>
                </a:solidFill>
                <a:latin typeface="Arial"/>
                <a:ea typeface="Arial"/>
                <a:cs typeface="Arial"/>
              </a:rPr>
              <a:t>“Latihan: Kegiatan Tahfidz Pagi”</a:t>
            </a:r>
          </a:p>
        </p:txBody>
      </p:sp>
      <p:sp>
        <p:nvSpPr>
          <p:cNvPr id="7" name="Tulis 2 paragraf → foto jika ada → Pratinjau&#10;Simpan draft → ">
            <a:extLst xmlns:a="http://schemas.openxmlformats.org/drawingml/2006/main">
              <a:ext uri="{FF2B5EF4-FFF2-40B4-BE49-F238E27FC236}">
                <a16:creationId xmlns:a16="http://schemas.microsoft.com/office/drawing/2014/main" id="{1CFDD001-AB21-449D-84C1-37F47C1A6C7E}"/>
              </a:ext>
            </a:extLst>
          </p:cNvPr>
          <p:cNvSpPr>
            <a:spLocks xmlns:a="http://schemas.openxmlformats.org/drawingml/2006/main" noGrp="1"/>
          </p:cNvSpPr>
          <p:nvPr/>
        </p:nvSpPr>
        <p:spPr>
          <a:xfrm xmlns:a="http://schemas.openxmlformats.org/drawingml/2006/main">
            <a:off x="533400" y="4933950"/>
            <a:ext cx="6524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D5E1D7"/>
                </a:solidFill>
                <a:latin typeface="Arial"/>
                <a:ea typeface="Arial"/>
                <a:cs typeface="Arial"/>
              </a:defRPr>
            </a:defPPr>
            <a:lvl1pPr algn="l">
              <a:buNone/>
              <a:defRPr sz="1875" b="0">
                <a:solidFill>
                  <a:srgbClr val="52665A"/>
                </a:solidFill>
                <a:latin typeface="Arial"/>
                <a:ea typeface="Arial"/>
                <a:cs typeface="Arial"/>
              </a:defRPr>
            </a:lvl1pPr>
            <a:lvl2pPr algn="l">
              <a:buNone/>
              <a:defRPr sz="1875" b="0">
                <a:solidFill>
                  <a:srgbClr val="52665A"/>
                </a:solidFill>
                <a:latin typeface="Arial"/>
                <a:ea typeface="Arial"/>
                <a:cs typeface="Arial"/>
              </a:defRPr>
            </a:lvl2pPr>
            <a:lvl3pPr algn="l">
              <a:buNone/>
              <a:defRPr sz="1875" b="0">
                <a:solidFill>
                  <a:srgbClr val="52665A"/>
                </a:solidFill>
                <a:latin typeface="Arial"/>
                <a:ea typeface="Arial"/>
                <a:cs typeface="Arial"/>
              </a:defRPr>
            </a:lvl3pPr>
            <a:lvl4pPr algn="l">
              <a:buNone/>
              <a:defRPr sz="1875" b="0">
                <a:solidFill>
                  <a:srgbClr val="52665A"/>
                </a:solidFill>
                <a:latin typeface="Arial"/>
                <a:ea typeface="Arial"/>
                <a:cs typeface="Arial"/>
              </a:defRPr>
            </a:lvl4pPr>
            <a:lvl5pPr algn="l">
              <a:buNone/>
              <a:defRPr sz="1875" b="0">
                <a:solidFill>
                  <a:srgbClr val="52665A"/>
                </a:solidFill>
                <a:latin typeface="Arial"/>
                <a:ea typeface="Arial"/>
                <a:cs typeface="Arial"/>
              </a:defRPr>
            </a:lvl5pPr>
            <a:lvl6pPr algn="l">
              <a:buNone/>
              <a:defRPr sz="1875" b="0">
                <a:solidFill>
                  <a:srgbClr val="52665A"/>
                </a:solidFill>
                <a:latin typeface="Arial"/>
                <a:ea typeface="Arial"/>
                <a:cs typeface="Arial"/>
              </a:defRPr>
            </a:lvl6pPr>
            <a:lvl7pPr algn="l">
              <a:buNone/>
              <a:defRPr sz="1875" b="0">
                <a:solidFill>
                  <a:srgbClr val="52665A"/>
                </a:solidFill>
                <a:latin typeface="Arial"/>
                <a:ea typeface="Arial"/>
                <a:cs typeface="Arial"/>
              </a:defRPr>
            </a:lvl7pPr>
            <a:lvl8pPr algn="l">
              <a:buNone/>
              <a:defRPr sz="1875" b="0">
                <a:solidFill>
                  <a:srgbClr val="52665A"/>
                </a:solidFill>
                <a:latin typeface="Arial"/>
                <a:ea typeface="Arial"/>
                <a:cs typeface="Arial"/>
              </a:defRPr>
            </a:lvl8pPr>
            <a:lvl9pPr algn="l">
              <a:buNone/>
              <a:defRPr sz="1875" b="0">
                <a:solidFill>
                  <a:srgbClr val="52665A"/>
                </a:solidFill>
                <a:latin typeface="Arial"/>
                <a:ea typeface="Arial"/>
                <a:cs typeface="Arial"/>
              </a:defRPr>
            </a:lvl9pPr>
          </a:lstStyle>
          <a:p xmlns:a="http://schemas.openxmlformats.org/drawingml/2006/main">
            <a:pPr algn="l">
              <a:buNone/>
              <a:defRPr sz="2100" b="0">
                <a:solidFill>
                  <a:srgbClr val="D5E1D7"/>
                </a:solidFill>
                <a:latin typeface="Arial"/>
                <a:ea typeface="Arial"/>
                <a:cs typeface="Arial"/>
              </a:defRPr>
            </a:pPr>
            <a:r>
              <a:rPr sz="2100" b="0">
                <a:solidFill>
                  <a:srgbClr val="D5E1D7"/>
                </a:solidFill>
                <a:latin typeface="Arial"/>
                <a:ea typeface="Arial"/>
                <a:cs typeface="Arial"/>
              </a:rPr>
              <a:t>Tulis 2 paragraf → foto jika ada → Pratinjau</a:t>
            </a:r>
          </a:p>
          <a:p xmlns:a="http://schemas.openxmlformats.org/drawingml/2006/main">
            <a:pPr algn="l">
              <a:buNone/>
              <a:defRPr sz="2100" b="0">
                <a:solidFill>
                  <a:srgbClr val="D5E1D7"/>
                </a:solidFill>
                <a:latin typeface="Arial"/>
                <a:ea typeface="Arial"/>
                <a:cs typeface="Arial"/>
              </a:defRPr>
            </a:pPr>
            <a:r>
              <a:rPr sz="2100" b="0">
                <a:solidFill>
                  <a:srgbClr val="D5E1D7"/>
                </a:solidFill>
                <a:latin typeface="Arial"/>
                <a:ea typeface="Arial"/>
                <a:cs typeface="Arial"/>
              </a:rPr>
              <a:t>Simpan draft → minta teman mengecek</a:t>
            </a:r>
          </a:p>
        </p:txBody>
      </p:sp>
      <p:pic>
        <p:nvPicPr>
          <p:cNvPr id="9" name="">
            <a:extLst xmlns:a="http://schemas.openxmlformats.org/drawingml/2006/main">
              <a:ext uri="{FF2B5EF4-FFF2-40B4-BE49-F238E27FC236}">
                <a16:creationId xmlns:a16="http://schemas.microsoft.com/office/drawing/2014/main" id="{E54C3313-507F-4F6D-863C-790FE0152612}"/>
              </a:ext>
            </a:extLst>
          </p:cNvPr>
          <p:cNvPicPr>
            <a:picLocks xmlns:a="http://schemas.openxmlformats.org/drawingml/2006/main" noChangeAspect="1"/>
          </p:cNvPicPr>
          <p:nvPr/>
        </p:nvPicPr>
        <p:blipFill>
          <a:blip xmlns:r="http://schemas.openxmlformats.org/officeDocument/2006/relationships" xmlns:a="http://schemas.openxmlformats.org/drawingml/2006/main" r:embed="Re60b243d19dc4bcc"/>
          <a:srcRect xmlns:a="http://schemas.openxmlformats.org/drawingml/2006/main" l="30643" t="0" r="30643" b="0"/>
          <a:stretch xmlns:a="http://schemas.openxmlformats.org/drawingml/2006/main">
            <a:fillRect l="0" t="0" r="0" b="0"/>
          </a:stretch>
        </p:blipFill>
        <p:spPr>
          <a:xfrm xmlns:a="http://schemas.openxmlformats.org/drawingml/2006/main">
            <a:off x="7477125" y="0"/>
            <a:ext cx="4714875" cy="6858000"/>
          </a:xfrm>
          <a:prstGeom xmlns:a="http://schemas.openxmlformats.org/drawingml/2006/main" prst="rect">
            <a:avLst/>
          </a:prstGeom>
        </p:spPr>
      </p:pic>
      <p:sp>
        <p:nvSpPr>
          <p:cNvPr id="10" name="Kategori Keagamaan. Terbitkan latihan hanya di demo.">
            <a:extLst xmlns:a="http://schemas.openxmlformats.org/drawingml/2006/main">
              <a:ext uri="{FF2B5EF4-FFF2-40B4-BE49-F238E27FC236}">
                <a16:creationId xmlns:a16="http://schemas.microsoft.com/office/drawing/2014/main" id="{9A810B3F-5694-48FD-B9DF-8F15B6E0A957}"/>
              </a:ext>
            </a:extLst>
          </p:cNvPr>
          <p:cNvSpPr>
            <a:spLocks xmlns:a="http://schemas.openxmlformats.org/drawingml/2006/main" noGrp="1"/>
          </p:cNvSpPr>
          <p:nvPr/>
        </p:nvSpPr>
        <p:spPr>
          <a:xfrm xmlns:a="http://schemas.openxmlformats.org/drawingml/2006/main">
            <a:off x="533400" y="6200775"/>
            <a:ext cx="6619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0">
                <a:solidFill>
                  <a:srgbClr val="E6C58B"/>
                </a:solidFill>
                <a:latin typeface="Arial"/>
                <a:ea typeface="Arial"/>
                <a:cs typeface="Arial"/>
              </a:defRPr>
            </a:defPPr>
            <a:lvl1pPr algn="l">
              <a:defRPr sz="1650" b="0">
                <a:solidFill>
                  <a:srgbClr val="E6C58B"/>
                </a:solidFill>
                <a:latin typeface="Arial"/>
                <a:ea typeface="Arial"/>
                <a:cs typeface="Arial"/>
              </a:defRPr>
            </a:lvl1pPr>
            <a:lvl2pPr algn="l">
              <a:defRPr sz="1650" b="0">
                <a:solidFill>
                  <a:srgbClr val="E6C58B"/>
                </a:solidFill>
                <a:latin typeface="Arial"/>
                <a:ea typeface="Arial"/>
                <a:cs typeface="Arial"/>
              </a:defRPr>
            </a:lvl2pPr>
            <a:lvl3pPr algn="l">
              <a:defRPr sz="1650" b="0">
                <a:solidFill>
                  <a:srgbClr val="E6C58B"/>
                </a:solidFill>
                <a:latin typeface="Arial"/>
                <a:ea typeface="Arial"/>
                <a:cs typeface="Arial"/>
              </a:defRPr>
            </a:lvl3pPr>
            <a:lvl4pPr algn="l">
              <a:defRPr sz="1650" b="0">
                <a:solidFill>
                  <a:srgbClr val="E6C58B"/>
                </a:solidFill>
                <a:latin typeface="Arial"/>
                <a:ea typeface="Arial"/>
                <a:cs typeface="Arial"/>
              </a:defRPr>
            </a:lvl4pPr>
            <a:lvl5pPr algn="l">
              <a:defRPr sz="1650" b="0">
                <a:solidFill>
                  <a:srgbClr val="E6C58B"/>
                </a:solidFill>
                <a:latin typeface="Arial"/>
                <a:ea typeface="Arial"/>
                <a:cs typeface="Arial"/>
              </a:defRPr>
            </a:lvl5pPr>
            <a:lvl6pPr algn="l">
              <a:defRPr sz="1650" b="0">
                <a:solidFill>
                  <a:srgbClr val="E6C58B"/>
                </a:solidFill>
                <a:latin typeface="Arial"/>
                <a:ea typeface="Arial"/>
                <a:cs typeface="Arial"/>
              </a:defRPr>
            </a:lvl6pPr>
            <a:lvl7pPr algn="l">
              <a:defRPr sz="1650" b="0">
                <a:solidFill>
                  <a:srgbClr val="E6C58B"/>
                </a:solidFill>
                <a:latin typeface="Arial"/>
                <a:ea typeface="Arial"/>
                <a:cs typeface="Arial"/>
              </a:defRPr>
            </a:lvl7pPr>
            <a:lvl8pPr algn="l">
              <a:defRPr sz="1650" b="0">
                <a:solidFill>
                  <a:srgbClr val="E6C58B"/>
                </a:solidFill>
                <a:latin typeface="Arial"/>
                <a:ea typeface="Arial"/>
                <a:cs typeface="Arial"/>
              </a:defRPr>
            </a:lvl8pPr>
            <a:lvl9pPr algn="l">
              <a:defRPr sz="1650" b="0">
                <a:solidFill>
                  <a:srgbClr val="E6C58B"/>
                </a:solidFill>
                <a:latin typeface="Arial"/>
                <a:ea typeface="Arial"/>
                <a:cs typeface="Arial"/>
              </a:defRPr>
            </a:lvl9pPr>
          </a:lstStyle>
          <a:p xmlns:a="http://schemas.openxmlformats.org/drawingml/2006/main">
            <a:pPr algn="l">
              <a:defRPr sz="1650" b="0">
                <a:solidFill>
                  <a:srgbClr val="E6C58B"/>
                </a:solidFill>
                <a:latin typeface="Arial"/>
                <a:ea typeface="Arial"/>
                <a:cs typeface="Arial"/>
              </a:defRPr>
            </a:pPr>
            <a:r>
              <a:rPr sz="1650" b="0">
                <a:solidFill>
                  <a:srgbClr val="E6C58B"/>
                </a:solidFill>
                <a:latin typeface="Arial"/>
                <a:ea typeface="Arial"/>
                <a:cs typeface="Arial"/>
              </a:rPr>
              <a:t>Kategori Keagamaan. Terbitkan latihan hanya di demo.</a:t>
            </a:r>
          </a:p>
        </p:txBody>
      </p:sp>
    </p:spTree>
    <p:extLst>
      <p:ext uri="{BB962C8B-B14F-4D97-AF65-F5344CB8AC3E}">
        <p14:creationId xmlns:p14="http://schemas.microsoft.com/office/powerpoint/2010/main" val="1076866687"/>
      </p:ext>
    </p:extLst>
  </p:cSld>
</p:sld>
</file>

<file path=ppt/slides/slide10.xml><?xml version="1.0" encoding="utf-8"?>
<p:sld xmlns:p="http://schemas.openxmlformats.org/presentationml/2006/main">
  <p:cSld>
    <p:bg>
      <p:bgPr>
        <a:solidFill xmlns:a="http://schemas.openxmlformats.org/drawingml/2006/main">
          <a:srgbClr val="0B3026"/>
        </a:solidFill>
      </p:bgPr>
    </p:bg>
    <p:spTree>
      <p:nvGrpSpPr>
        <p:cNvPr id="1" name=""/>
        <p:cNvGrpSpPr/>
        <p:nvPr/>
      </p:nvGrpSpPr>
      <p:grpSpPr>
        <a:xfrm xmlns:a="http://schemas.openxmlformats.org/drawingml/2006/main"/>
      </p:grpSpPr>
      <p:sp>
        <p:nvSpPr>
          <p:cNvPr id="8" name="10 / 10">
            <a:extLst xmlns:a="http://schemas.openxmlformats.org/drawingml/2006/main">
              <a:ext uri="{FF2B5EF4-FFF2-40B4-BE49-F238E27FC236}">
                <a16:creationId xmlns:a16="http://schemas.microsoft.com/office/drawing/2014/main" id="{5D5C05CC-FB48-48C6-A39D-6888F4E7E8C9}"/>
              </a:ext>
            </a:extLst>
          </p:cNvPr>
          <p:cNvSpPr>
            <a:spLocks xmlns:a="http://schemas.openxmlformats.org/drawingml/2006/main" noGrp="1"/>
          </p:cNvSpPr>
          <p:nvPr/>
        </p:nvSpPr>
        <p:spPr>
          <a:xfrm xmlns:a="http://schemas.openxmlformats.org/drawingml/2006/main">
            <a:off x="10839450" y="640080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D5E1D7"/>
                </a:solidFill>
                <a:latin typeface="Arial"/>
                <a:ea typeface="Arial"/>
                <a:cs typeface="Arial"/>
              </a:defRPr>
            </a:defPPr>
            <a:lvl1pPr algn="l">
              <a:buNone/>
              <a:defRPr sz="3450" b="1">
                <a:solidFill>
                  <a:srgbClr val="143D28"/>
                </a:solidFill>
                <a:latin typeface="Arial"/>
                <a:ea typeface="Arial"/>
                <a:cs typeface="Arial"/>
              </a:defRPr>
            </a:lvl1pPr>
            <a:lvl2pPr algn="l">
              <a:buNone/>
              <a:defRPr sz="3450" b="1">
                <a:solidFill>
                  <a:srgbClr val="143D28"/>
                </a:solidFill>
                <a:latin typeface="Arial"/>
                <a:ea typeface="Arial"/>
                <a:cs typeface="Arial"/>
              </a:defRPr>
            </a:lvl2pPr>
            <a:lvl3pPr algn="l">
              <a:buNone/>
              <a:defRPr sz="3450" b="1">
                <a:solidFill>
                  <a:srgbClr val="143D28"/>
                </a:solidFill>
                <a:latin typeface="Arial"/>
                <a:ea typeface="Arial"/>
                <a:cs typeface="Arial"/>
              </a:defRPr>
            </a:lvl3pPr>
            <a:lvl4pPr algn="l">
              <a:buNone/>
              <a:defRPr sz="3450" b="1">
                <a:solidFill>
                  <a:srgbClr val="143D28"/>
                </a:solidFill>
                <a:latin typeface="Arial"/>
                <a:ea typeface="Arial"/>
                <a:cs typeface="Arial"/>
              </a:defRPr>
            </a:lvl4pPr>
            <a:lvl5pPr algn="l">
              <a:buNone/>
              <a:defRPr sz="3450" b="1">
                <a:solidFill>
                  <a:srgbClr val="143D28"/>
                </a:solidFill>
                <a:latin typeface="Arial"/>
                <a:ea typeface="Arial"/>
                <a:cs typeface="Arial"/>
              </a:defRPr>
            </a:lvl5pPr>
            <a:lvl6pPr algn="l">
              <a:buNone/>
              <a:defRPr sz="3450" b="1">
                <a:solidFill>
                  <a:srgbClr val="143D28"/>
                </a:solidFill>
                <a:latin typeface="Arial"/>
                <a:ea typeface="Arial"/>
                <a:cs typeface="Arial"/>
              </a:defRPr>
            </a:lvl6pPr>
            <a:lvl7pPr algn="l">
              <a:buNone/>
              <a:defRPr sz="3450" b="1">
                <a:solidFill>
                  <a:srgbClr val="143D28"/>
                </a:solidFill>
                <a:latin typeface="Arial"/>
                <a:ea typeface="Arial"/>
                <a:cs typeface="Arial"/>
              </a:defRPr>
            </a:lvl7pPr>
            <a:lvl8pPr algn="l">
              <a:buNone/>
              <a:defRPr sz="3450" b="1">
                <a:solidFill>
                  <a:srgbClr val="143D28"/>
                </a:solidFill>
                <a:latin typeface="Arial"/>
                <a:ea typeface="Arial"/>
                <a:cs typeface="Arial"/>
              </a:defRPr>
            </a:lvl8pPr>
            <a:lvl9pPr algn="l">
              <a:buNone/>
              <a:defRPr sz="3450" b="1">
                <a:solidFill>
                  <a:srgbClr val="143D28"/>
                </a:solidFill>
                <a:latin typeface="Arial"/>
                <a:ea typeface="Arial"/>
                <a:cs typeface="Arial"/>
              </a:defRPr>
            </a:lvl9pPr>
          </a:lstStyle>
          <a:p xmlns:a="http://schemas.openxmlformats.org/drawingml/2006/main">
            <a:pPr algn="l">
              <a:buNone/>
              <a:defRPr sz="1350" b="0">
                <a:solidFill>
                  <a:srgbClr val="D5E1D7"/>
                </a:solidFill>
                <a:latin typeface="Arial"/>
                <a:ea typeface="Arial"/>
                <a:cs typeface="Arial"/>
              </a:defRPr>
            </a:pPr>
            <a:r>
              <a:rPr sz="1350" b="0">
                <a:solidFill>
                  <a:srgbClr val="D5E1D7"/>
                </a:solidFill>
                <a:latin typeface="Arial"/>
                <a:ea typeface="Arial"/>
                <a:cs typeface="Arial"/>
              </a:rPr>
              <a:t>10 / 10</a:t>
            </a:r>
          </a:p>
        </p:txBody>
      </p:sp>
      <p:sp>
        <p:nvSpPr>
          <p:cNvPr id="2" name="KEBIASAAN KERJA TIM">
            <a:extLst xmlns:a="http://schemas.openxmlformats.org/drawingml/2006/main">
              <a:ext uri="{FF2B5EF4-FFF2-40B4-BE49-F238E27FC236}">
                <a16:creationId xmlns:a16="http://schemas.microsoft.com/office/drawing/2014/main" id="{0D15488D-2651-40D2-A574-B46AA5DF931F}"/>
              </a:ext>
            </a:extLst>
          </p:cNvPr>
          <p:cNvSpPr>
            <a:spLocks xmlns:a="http://schemas.openxmlformats.org/drawingml/2006/main" noGrp="1"/>
          </p:cNvSpPr>
          <p:nvPr/>
        </p:nvSpPr>
        <p:spPr>
          <a:xfrm xmlns:a="http://schemas.openxmlformats.org/drawingml/2006/main">
            <a:off x="5334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425" b="1">
                <a:solidFill>
                  <a:srgbClr val="E6C58B"/>
                </a:solidFill>
                <a:latin typeface="Arial"/>
                <a:ea typeface="Arial"/>
                <a:cs typeface="Arial"/>
              </a:defRPr>
            </a:defPPr>
            <a:lvl1pPr algn="l">
              <a:buNone/>
              <a:defRPr sz="1350" b="0">
                <a:solidFill>
                  <a:srgbClr val="52665A"/>
                </a:solidFill>
                <a:latin typeface="Arial"/>
                <a:ea typeface="Arial"/>
                <a:cs typeface="Arial"/>
              </a:defRPr>
            </a:lvl1pPr>
            <a:lvl2pPr algn="l">
              <a:buNone/>
              <a:defRPr sz="1350" b="0">
                <a:solidFill>
                  <a:srgbClr val="52665A"/>
                </a:solidFill>
                <a:latin typeface="Arial"/>
                <a:ea typeface="Arial"/>
                <a:cs typeface="Arial"/>
              </a:defRPr>
            </a:lvl2pPr>
            <a:lvl3pPr algn="l">
              <a:buNone/>
              <a:defRPr sz="1350" b="0">
                <a:solidFill>
                  <a:srgbClr val="52665A"/>
                </a:solidFill>
                <a:latin typeface="Arial"/>
                <a:ea typeface="Arial"/>
                <a:cs typeface="Arial"/>
              </a:defRPr>
            </a:lvl3pPr>
            <a:lvl4pPr algn="l">
              <a:buNone/>
              <a:defRPr sz="1350" b="0">
                <a:solidFill>
                  <a:srgbClr val="52665A"/>
                </a:solidFill>
                <a:latin typeface="Arial"/>
                <a:ea typeface="Arial"/>
                <a:cs typeface="Arial"/>
              </a:defRPr>
            </a:lvl4pPr>
            <a:lvl5pPr algn="l">
              <a:buNone/>
              <a:defRPr sz="1350" b="0">
                <a:solidFill>
                  <a:srgbClr val="52665A"/>
                </a:solidFill>
                <a:latin typeface="Arial"/>
                <a:ea typeface="Arial"/>
                <a:cs typeface="Arial"/>
              </a:defRPr>
            </a:lvl5pPr>
            <a:lvl6pPr algn="l">
              <a:buNone/>
              <a:defRPr sz="1350" b="0">
                <a:solidFill>
                  <a:srgbClr val="52665A"/>
                </a:solidFill>
                <a:latin typeface="Arial"/>
                <a:ea typeface="Arial"/>
                <a:cs typeface="Arial"/>
              </a:defRPr>
            </a:lvl6pPr>
            <a:lvl7pPr algn="l">
              <a:buNone/>
              <a:defRPr sz="1350" b="0">
                <a:solidFill>
                  <a:srgbClr val="52665A"/>
                </a:solidFill>
                <a:latin typeface="Arial"/>
                <a:ea typeface="Arial"/>
                <a:cs typeface="Arial"/>
              </a:defRPr>
            </a:lvl7pPr>
            <a:lvl8pPr algn="l">
              <a:buNone/>
              <a:defRPr sz="1350" b="0">
                <a:solidFill>
                  <a:srgbClr val="52665A"/>
                </a:solidFill>
                <a:latin typeface="Arial"/>
                <a:ea typeface="Arial"/>
                <a:cs typeface="Arial"/>
              </a:defRPr>
            </a:lvl8pPr>
            <a:lvl9pPr algn="l">
              <a:buNone/>
              <a:defRPr sz="1350" b="0">
                <a:solidFill>
                  <a:srgbClr val="52665A"/>
                </a:solidFill>
                <a:latin typeface="Arial"/>
                <a:ea typeface="Arial"/>
                <a:cs typeface="Arial"/>
              </a:defRPr>
            </a:lvl9pPr>
          </a:lstStyle>
          <a:p xmlns:a="http://schemas.openxmlformats.org/drawingml/2006/main">
            <a:pPr algn="l">
              <a:buNone/>
              <a:defRPr sz="1425" b="1">
                <a:solidFill>
                  <a:srgbClr val="E6C58B"/>
                </a:solidFill>
                <a:latin typeface="Arial"/>
                <a:ea typeface="Arial"/>
                <a:cs typeface="Arial"/>
              </a:defRPr>
            </a:pPr>
            <a:r>
              <a:rPr sz="1425" b="1">
                <a:solidFill>
                  <a:srgbClr val="E6C58B"/>
                </a:solidFill>
                <a:latin typeface="Arial"/>
                <a:ea typeface="Arial"/>
                <a:cs typeface="Arial"/>
              </a:rPr>
              <a:t>KEBIASAAN KERJA TIM</a:t>
            </a:r>
          </a:p>
        </p:txBody>
      </p:sp>
      <p:sp>
        <p:nvSpPr>
          <p:cNvPr id="3" name="Siap mengelola bersama">
            <a:extLst xmlns:a="http://schemas.openxmlformats.org/drawingml/2006/main">
              <a:ext uri="{FF2B5EF4-FFF2-40B4-BE49-F238E27FC236}">
                <a16:creationId xmlns:a16="http://schemas.microsoft.com/office/drawing/2014/main" id="{4CBCF821-2BD6-4943-AFAB-B968749917E4}"/>
              </a:ext>
            </a:extLst>
          </p:cNvPr>
          <p:cNvSpPr>
            <a:spLocks xmlns:a="http://schemas.openxmlformats.org/drawingml/2006/main" noGrp="1"/>
          </p:cNvSpPr>
          <p:nvPr/>
        </p:nvSpPr>
        <p:spPr>
          <a:xfrm xmlns:a="http://schemas.openxmlformats.org/drawingml/2006/main">
            <a:off x="533400" y="80962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050" b="1">
                <a:solidFill>
                  <a:srgbClr val="FFFFFF"/>
                </a:solidFill>
                <a:latin typeface="Arial"/>
                <a:ea typeface="Arial"/>
                <a:cs typeface="Arial"/>
              </a:defRPr>
            </a:defPPr>
            <a:lvl1pPr algn="l">
              <a:buNone/>
              <a:defRPr sz="2775" b="1">
                <a:solidFill>
                  <a:srgbClr val="166534"/>
                </a:solidFill>
                <a:latin typeface="Arial"/>
                <a:ea typeface="Arial"/>
                <a:cs typeface="Arial"/>
              </a:defRPr>
            </a:lvl1pPr>
            <a:lvl2pPr algn="l">
              <a:buNone/>
              <a:defRPr sz="2775" b="1">
                <a:solidFill>
                  <a:srgbClr val="166534"/>
                </a:solidFill>
                <a:latin typeface="Arial"/>
                <a:ea typeface="Arial"/>
                <a:cs typeface="Arial"/>
              </a:defRPr>
            </a:lvl2pPr>
            <a:lvl3pPr algn="l">
              <a:buNone/>
              <a:defRPr sz="2775" b="1">
                <a:solidFill>
                  <a:srgbClr val="166534"/>
                </a:solidFill>
                <a:latin typeface="Arial"/>
                <a:ea typeface="Arial"/>
                <a:cs typeface="Arial"/>
              </a:defRPr>
            </a:lvl3pPr>
            <a:lvl4pPr algn="l">
              <a:buNone/>
              <a:defRPr sz="2775" b="1">
                <a:solidFill>
                  <a:srgbClr val="166534"/>
                </a:solidFill>
                <a:latin typeface="Arial"/>
                <a:ea typeface="Arial"/>
                <a:cs typeface="Arial"/>
              </a:defRPr>
            </a:lvl4pPr>
            <a:lvl5pPr algn="l">
              <a:buNone/>
              <a:defRPr sz="2775" b="1">
                <a:solidFill>
                  <a:srgbClr val="166534"/>
                </a:solidFill>
                <a:latin typeface="Arial"/>
                <a:ea typeface="Arial"/>
                <a:cs typeface="Arial"/>
              </a:defRPr>
            </a:lvl5pPr>
            <a:lvl6pPr algn="l">
              <a:buNone/>
              <a:defRPr sz="2775" b="1">
                <a:solidFill>
                  <a:srgbClr val="166534"/>
                </a:solidFill>
                <a:latin typeface="Arial"/>
                <a:ea typeface="Arial"/>
                <a:cs typeface="Arial"/>
              </a:defRPr>
            </a:lvl6pPr>
            <a:lvl7pPr algn="l">
              <a:buNone/>
              <a:defRPr sz="2775" b="1">
                <a:solidFill>
                  <a:srgbClr val="166534"/>
                </a:solidFill>
                <a:latin typeface="Arial"/>
                <a:ea typeface="Arial"/>
                <a:cs typeface="Arial"/>
              </a:defRPr>
            </a:lvl7pPr>
            <a:lvl8pPr algn="l">
              <a:buNone/>
              <a:defRPr sz="2775" b="1">
                <a:solidFill>
                  <a:srgbClr val="166534"/>
                </a:solidFill>
                <a:latin typeface="Arial"/>
                <a:ea typeface="Arial"/>
                <a:cs typeface="Arial"/>
              </a:defRPr>
            </a:lvl8pPr>
            <a:lvl9pPr algn="l">
              <a:buNone/>
              <a:defRPr sz="2775" b="1">
                <a:solidFill>
                  <a:srgbClr val="166534"/>
                </a:solidFill>
                <a:latin typeface="Arial"/>
                <a:ea typeface="Arial"/>
                <a:cs typeface="Arial"/>
              </a:defRPr>
            </a:lvl9pPr>
          </a:lstStyle>
          <a:p xmlns:a="http://schemas.openxmlformats.org/drawingml/2006/main">
            <a:pPr algn="l">
              <a:buNone/>
              <a:defRPr sz="4050" b="1">
                <a:solidFill>
                  <a:srgbClr val="FFFFFF"/>
                </a:solidFill>
                <a:latin typeface="Arial"/>
                <a:ea typeface="Arial"/>
                <a:cs typeface="Arial"/>
              </a:defRPr>
            </a:pPr>
            <a:r>
              <a:rPr sz="4050" b="1">
                <a:solidFill>
                  <a:srgbClr val="FFFFFF"/>
                </a:solidFill>
                <a:latin typeface="Arial"/>
                <a:ea typeface="Arial"/>
                <a:cs typeface="Arial"/>
              </a:rPr>
              <a:t>Siap mengelola bersama</a:t>
            </a:r>
          </a:p>
        </p:txBody>
      </p:sp>
      <p:sp>
        <p:nvSpPr>
          <p:cNvPr id="4" name="01">
            <a:extLst xmlns:a="http://schemas.openxmlformats.org/drawingml/2006/main">
              <a:ext uri="{FF2B5EF4-FFF2-40B4-BE49-F238E27FC236}">
                <a16:creationId xmlns:a16="http://schemas.microsoft.com/office/drawing/2014/main" id="{48129446-01F1-4267-B0C6-CA001B69E4CA}"/>
              </a:ext>
            </a:extLst>
          </p:cNvPr>
          <p:cNvSpPr>
            <a:spLocks xmlns:a="http://schemas.openxmlformats.org/drawingml/2006/main" noGrp="1"/>
          </p:cNvSpPr>
          <p:nvPr/>
        </p:nvSpPr>
        <p:spPr>
          <a:xfrm xmlns:a="http://schemas.openxmlformats.org/drawingml/2006/main">
            <a:off x="533400" y="2266950"/>
            <a:ext cx="266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850" b="1">
                <a:solidFill>
                  <a:srgbClr val="E6C58B"/>
                </a:solidFill>
                <a:latin typeface="Arial"/>
                <a:ea typeface="Arial"/>
                <a:cs typeface="Arial"/>
              </a:defRPr>
            </a:defPPr>
            <a:lvl1pPr algn="l">
              <a:buNone/>
              <a:defRPr sz="2325" b="0">
                <a:solidFill>
                  <a:srgbClr val="253E30"/>
                </a:solidFill>
                <a:latin typeface="Arial"/>
                <a:ea typeface="Arial"/>
                <a:cs typeface="Arial"/>
              </a:defRPr>
            </a:lvl1pPr>
            <a:lvl2pPr algn="l">
              <a:buNone/>
              <a:defRPr sz="2325" b="0">
                <a:solidFill>
                  <a:srgbClr val="253E30"/>
                </a:solidFill>
                <a:latin typeface="Arial"/>
                <a:ea typeface="Arial"/>
                <a:cs typeface="Arial"/>
              </a:defRPr>
            </a:lvl2pPr>
            <a:lvl3pPr algn="l">
              <a:buNone/>
              <a:defRPr sz="2325" b="0">
                <a:solidFill>
                  <a:srgbClr val="253E30"/>
                </a:solidFill>
                <a:latin typeface="Arial"/>
                <a:ea typeface="Arial"/>
                <a:cs typeface="Arial"/>
              </a:defRPr>
            </a:lvl3pPr>
            <a:lvl4pPr algn="l">
              <a:buNone/>
              <a:defRPr sz="2325" b="0">
                <a:solidFill>
                  <a:srgbClr val="253E30"/>
                </a:solidFill>
                <a:latin typeface="Arial"/>
                <a:ea typeface="Arial"/>
                <a:cs typeface="Arial"/>
              </a:defRPr>
            </a:lvl4pPr>
            <a:lvl5pPr algn="l">
              <a:buNone/>
              <a:defRPr sz="2325" b="0">
                <a:solidFill>
                  <a:srgbClr val="253E30"/>
                </a:solidFill>
                <a:latin typeface="Arial"/>
                <a:ea typeface="Arial"/>
                <a:cs typeface="Arial"/>
              </a:defRPr>
            </a:lvl5pPr>
            <a:lvl6pPr algn="l">
              <a:buNone/>
              <a:defRPr sz="2325" b="0">
                <a:solidFill>
                  <a:srgbClr val="253E30"/>
                </a:solidFill>
                <a:latin typeface="Arial"/>
                <a:ea typeface="Arial"/>
                <a:cs typeface="Arial"/>
              </a:defRPr>
            </a:lvl6pPr>
            <a:lvl7pPr algn="l">
              <a:buNone/>
              <a:defRPr sz="2325" b="0">
                <a:solidFill>
                  <a:srgbClr val="253E30"/>
                </a:solidFill>
                <a:latin typeface="Arial"/>
                <a:ea typeface="Arial"/>
                <a:cs typeface="Arial"/>
              </a:defRPr>
            </a:lvl7pPr>
            <a:lvl8pPr algn="l">
              <a:buNone/>
              <a:defRPr sz="2325" b="0">
                <a:solidFill>
                  <a:srgbClr val="253E30"/>
                </a:solidFill>
                <a:latin typeface="Arial"/>
                <a:ea typeface="Arial"/>
                <a:cs typeface="Arial"/>
              </a:defRPr>
            </a:lvl8pPr>
            <a:lvl9pPr algn="l">
              <a:buNone/>
              <a:defRPr sz="2325" b="0">
                <a:solidFill>
                  <a:srgbClr val="253E30"/>
                </a:solidFill>
                <a:latin typeface="Arial"/>
                <a:ea typeface="Arial"/>
                <a:cs typeface="Arial"/>
              </a:defRPr>
            </a:lvl9pPr>
          </a:lstStyle>
          <a:p xmlns:a="http://schemas.openxmlformats.org/drawingml/2006/main">
            <a:pPr algn="l">
              <a:buNone/>
              <a:defRPr sz="5850" b="1">
                <a:solidFill>
                  <a:srgbClr val="E6C58B"/>
                </a:solidFill>
                <a:latin typeface="Arial"/>
                <a:ea typeface="Arial"/>
                <a:cs typeface="Arial"/>
              </a:defRPr>
            </a:pPr>
            <a:r>
              <a:rPr sz="5850" b="1">
                <a:solidFill>
                  <a:srgbClr val="E6C58B"/>
                </a:solidFill>
                <a:latin typeface="Arial"/>
                <a:ea typeface="Arial"/>
                <a:cs typeface="Arial"/>
              </a:rPr>
              <a:t>01</a:t>
            </a:r>
          </a:p>
        </p:txBody>
      </p:sp>
      <p:sp>
        <p:nvSpPr>
          <p:cNvPr id="5" name="Periksa">
            <a:extLst xmlns:a="http://schemas.openxmlformats.org/drawingml/2006/main">
              <a:ext uri="{FF2B5EF4-FFF2-40B4-BE49-F238E27FC236}">
                <a16:creationId xmlns:a16="http://schemas.microsoft.com/office/drawing/2014/main" id="{B60633CC-45B4-490E-9361-110E86739C14}"/>
              </a:ext>
            </a:extLst>
          </p:cNvPr>
          <p:cNvSpPr>
            <a:spLocks xmlns:a="http://schemas.openxmlformats.org/drawingml/2006/main" noGrp="1"/>
          </p:cNvSpPr>
          <p:nvPr/>
        </p:nvSpPr>
        <p:spPr>
          <a:xfrm xmlns:a="http://schemas.openxmlformats.org/drawingml/2006/main">
            <a:off x="533400" y="3438525"/>
            <a:ext cx="266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FFFFFF"/>
                </a:solidFill>
                <a:latin typeface="Arial"/>
                <a:ea typeface="Arial"/>
                <a:cs typeface="Arial"/>
              </a:defRPr>
            </a:defPPr>
            <a:lvl1pPr algn="l">
              <a:buNone/>
              <a:defRPr sz="2325" b="0">
                <a:solidFill>
                  <a:srgbClr val="253E30"/>
                </a:solidFill>
                <a:latin typeface="Arial"/>
                <a:ea typeface="Arial"/>
                <a:cs typeface="Arial"/>
              </a:defRPr>
            </a:lvl1pPr>
            <a:lvl2pPr algn="l">
              <a:buNone/>
              <a:defRPr sz="2325" b="0">
                <a:solidFill>
                  <a:srgbClr val="253E30"/>
                </a:solidFill>
                <a:latin typeface="Arial"/>
                <a:ea typeface="Arial"/>
                <a:cs typeface="Arial"/>
              </a:defRPr>
            </a:lvl2pPr>
            <a:lvl3pPr algn="l">
              <a:buNone/>
              <a:defRPr sz="2325" b="0">
                <a:solidFill>
                  <a:srgbClr val="253E30"/>
                </a:solidFill>
                <a:latin typeface="Arial"/>
                <a:ea typeface="Arial"/>
                <a:cs typeface="Arial"/>
              </a:defRPr>
            </a:lvl3pPr>
            <a:lvl4pPr algn="l">
              <a:buNone/>
              <a:defRPr sz="2325" b="0">
                <a:solidFill>
                  <a:srgbClr val="253E30"/>
                </a:solidFill>
                <a:latin typeface="Arial"/>
                <a:ea typeface="Arial"/>
                <a:cs typeface="Arial"/>
              </a:defRPr>
            </a:lvl4pPr>
            <a:lvl5pPr algn="l">
              <a:buNone/>
              <a:defRPr sz="2325" b="0">
                <a:solidFill>
                  <a:srgbClr val="253E30"/>
                </a:solidFill>
                <a:latin typeface="Arial"/>
                <a:ea typeface="Arial"/>
                <a:cs typeface="Arial"/>
              </a:defRPr>
            </a:lvl5pPr>
            <a:lvl6pPr algn="l">
              <a:buNone/>
              <a:defRPr sz="2325" b="0">
                <a:solidFill>
                  <a:srgbClr val="253E30"/>
                </a:solidFill>
                <a:latin typeface="Arial"/>
                <a:ea typeface="Arial"/>
                <a:cs typeface="Arial"/>
              </a:defRPr>
            </a:lvl6pPr>
            <a:lvl7pPr algn="l">
              <a:buNone/>
              <a:defRPr sz="2325" b="0">
                <a:solidFill>
                  <a:srgbClr val="253E30"/>
                </a:solidFill>
                <a:latin typeface="Arial"/>
                <a:ea typeface="Arial"/>
                <a:cs typeface="Arial"/>
              </a:defRPr>
            </a:lvl7pPr>
            <a:lvl8pPr algn="l">
              <a:buNone/>
              <a:defRPr sz="2325" b="0">
                <a:solidFill>
                  <a:srgbClr val="253E30"/>
                </a:solidFill>
                <a:latin typeface="Arial"/>
                <a:ea typeface="Arial"/>
                <a:cs typeface="Arial"/>
              </a:defRPr>
            </a:lvl8pPr>
            <a:lvl9pPr algn="l">
              <a:buNone/>
              <a:defRPr sz="2325" b="0">
                <a:solidFill>
                  <a:srgbClr val="253E30"/>
                </a:solidFill>
                <a:latin typeface="Arial"/>
                <a:ea typeface="Arial"/>
                <a:cs typeface="Arial"/>
              </a:defRPr>
            </a:lvl9pPr>
          </a:lstStyle>
          <a:p xmlns:a="http://schemas.openxmlformats.org/drawingml/2006/main">
            <a:pPr algn="l">
              <a:buNone/>
              <a:defRPr sz="2850" b="1">
                <a:solidFill>
                  <a:srgbClr val="FFFFFF"/>
                </a:solidFill>
                <a:latin typeface="Arial"/>
                <a:ea typeface="Arial"/>
                <a:cs typeface="Arial"/>
              </a:defRPr>
            </a:pPr>
            <a:r>
              <a:rPr sz="2850" b="1">
                <a:solidFill>
                  <a:srgbClr val="FFFFFF"/>
                </a:solidFill>
                <a:latin typeface="Arial"/>
                <a:ea typeface="Arial"/>
                <a:cs typeface="Arial"/>
              </a:rPr>
              <a:t>Periksa</a:t>
            </a:r>
          </a:p>
        </p:txBody>
      </p:sp>
      <p:sp>
        <p:nvSpPr>
          <p:cNvPr id="6" name="02">
            <a:extLst xmlns:a="http://schemas.openxmlformats.org/drawingml/2006/main">
              <a:ext uri="{FF2B5EF4-FFF2-40B4-BE49-F238E27FC236}">
                <a16:creationId xmlns:a16="http://schemas.microsoft.com/office/drawing/2014/main" id="{829DA47B-09D4-41B6-9108-386FDD7A3972}"/>
              </a:ext>
            </a:extLst>
          </p:cNvPr>
          <p:cNvSpPr>
            <a:spLocks xmlns:a="http://schemas.openxmlformats.org/drawingml/2006/main" noGrp="1"/>
          </p:cNvSpPr>
          <p:nvPr/>
        </p:nvSpPr>
        <p:spPr>
          <a:xfrm xmlns:a="http://schemas.openxmlformats.org/drawingml/2006/main">
            <a:off x="3400425" y="2266950"/>
            <a:ext cx="266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850" b="1">
                <a:solidFill>
                  <a:srgbClr val="E6C58B"/>
                </a:solidFill>
                <a:latin typeface="Arial"/>
                <a:ea typeface="Arial"/>
                <a:cs typeface="Arial"/>
              </a:defRPr>
            </a:defPPr>
            <a:lvl1pPr algn="l">
              <a:buNone/>
              <a:defRPr sz="2325" b="0">
                <a:solidFill>
                  <a:srgbClr val="253E30"/>
                </a:solidFill>
                <a:latin typeface="Arial"/>
                <a:ea typeface="Arial"/>
                <a:cs typeface="Arial"/>
              </a:defRPr>
            </a:lvl1pPr>
            <a:lvl2pPr algn="l">
              <a:buNone/>
              <a:defRPr sz="2325" b="0">
                <a:solidFill>
                  <a:srgbClr val="253E30"/>
                </a:solidFill>
                <a:latin typeface="Arial"/>
                <a:ea typeface="Arial"/>
                <a:cs typeface="Arial"/>
              </a:defRPr>
            </a:lvl2pPr>
            <a:lvl3pPr algn="l">
              <a:buNone/>
              <a:defRPr sz="2325" b="0">
                <a:solidFill>
                  <a:srgbClr val="253E30"/>
                </a:solidFill>
                <a:latin typeface="Arial"/>
                <a:ea typeface="Arial"/>
                <a:cs typeface="Arial"/>
              </a:defRPr>
            </a:lvl3pPr>
            <a:lvl4pPr algn="l">
              <a:buNone/>
              <a:defRPr sz="2325" b="0">
                <a:solidFill>
                  <a:srgbClr val="253E30"/>
                </a:solidFill>
                <a:latin typeface="Arial"/>
                <a:ea typeface="Arial"/>
                <a:cs typeface="Arial"/>
              </a:defRPr>
            </a:lvl4pPr>
            <a:lvl5pPr algn="l">
              <a:buNone/>
              <a:defRPr sz="2325" b="0">
                <a:solidFill>
                  <a:srgbClr val="253E30"/>
                </a:solidFill>
                <a:latin typeface="Arial"/>
                <a:ea typeface="Arial"/>
                <a:cs typeface="Arial"/>
              </a:defRPr>
            </a:lvl5pPr>
            <a:lvl6pPr algn="l">
              <a:buNone/>
              <a:defRPr sz="2325" b="0">
                <a:solidFill>
                  <a:srgbClr val="253E30"/>
                </a:solidFill>
                <a:latin typeface="Arial"/>
                <a:ea typeface="Arial"/>
                <a:cs typeface="Arial"/>
              </a:defRPr>
            </a:lvl6pPr>
            <a:lvl7pPr algn="l">
              <a:buNone/>
              <a:defRPr sz="2325" b="0">
                <a:solidFill>
                  <a:srgbClr val="253E30"/>
                </a:solidFill>
                <a:latin typeface="Arial"/>
                <a:ea typeface="Arial"/>
                <a:cs typeface="Arial"/>
              </a:defRPr>
            </a:lvl7pPr>
            <a:lvl8pPr algn="l">
              <a:buNone/>
              <a:defRPr sz="2325" b="0">
                <a:solidFill>
                  <a:srgbClr val="253E30"/>
                </a:solidFill>
                <a:latin typeface="Arial"/>
                <a:ea typeface="Arial"/>
                <a:cs typeface="Arial"/>
              </a:defRPr>
            </a:lvl8pPr>
            <a:lvl9pPr algn="l">
              <a:buNone/>
              <a:defRPr sz="2325" b="0">
                <a:solidFill>
                  <a:srgbClr val="253E30"/>
                </a:solidFill>
                <a:latin typeface="Arial"/>
                <a:ea typeface="Arial"/>
                <a:cs typeface="Arial"/>
              </a:defRPr>
            </a:lvl9pPr>
          </a:lstStyle>
          <a:p xmlns:a="http://schemas.openxmlformats.org/drawingml/2006/main">
            <a:pPr algn="l">
              <a:buNone/>
              <a:defRPr sz="5850" b="1">
                <a:solidFill>
                  <a:srgbClr val="E6C58B"/>
                </a:solidFill>
                <a:latin typeface="Arial"/>
                <a:ea typeface="Arial"/>
                <a:cs typeface="Arial"/>
              </a:defRPr>
            </a:pPr>
            <a:r>
              <a:rPr sz="5850" b="1">
                <a:solidFill>
                  <a:srgbClr val="E6C58B"/>
                </a:solidFill>
                <a:latin typeface="Arial"/>
                <a:ea typeface="Arial"/>
                <a:cs typeface="Arial"/>
              </a:rPr>
              <a:t>02</a:t>
            </a:r>
          </a:p>
        </p:txBody>
      </p:sp>
      <p:sp>
        <p:nvSpPr>
          <p:cNvPr id="7" name="Perbarui">
            <a:extLst xmlns:a="http://schemas.openxmlformats.org/drawingml/2006/main">
              <a:ext uri="{FF2B5EF4-FFF2-40B4-BE49-F238E27FC236}">
                <a16:creationId xmlns:a16="http://schemas.microsoft.com/office/drawing/2014/main" id="{A857241E-9676-4391-BF0F-AF94B6DC0EE4}"/>
              </a:ext>
            </a:extLst>
          </p:cNvPr>
          <p:cNvSpPr>
            <a:spLocks xmlns:a="http://schemas.openxmlformats.org/drawingml/2006/main" noGrp="1"/>
          </p:cNvSpPr>
          <p:nvPr/>
        </p:nvSpPr>
        <p:spPr>
          <a:xfrm xmlns:a="http://schemas.openxmlformats.org/drawingml/2006/main">
            <a:off x="3400425" y="3438525"/>
            <a:ext cx="266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FFFFFF"/>
                </a:solidFill>
                <a:latin typeface="Arial"/>
                <a:ea typeface="Arial"/>
                <a:cs typeface="Arial"/>
              </a:defRPr>
            </a:defPPr>
            <a:lvl1pPr algn="l">
              <a:buNone/>
              <a:defRPr sz="1725" b="0">
                <a:solidFill>
                  <a:srgbClr val="52665A"/>
                </a:solidFill>
                <a:latin typeface="Arial"/>
                <a:ea typeface="Arial"/>
                <a:cs typeface="Arial"/>
              </a:defRPr>
            </a:lvl1pPr>
            <a:lvl2pPr algn="l">
              <a:buNone/>
              <a:defRPr sz="1725" b="0">
                <a:solidFill>
                  <a:srgbClr val="52665A"/>
                </a:solidFill>
                <a:latin typeface="Arial"/>
                <a:ea typeface="Arial"/>
                <a:cs typeface="Arial"/>
              </a:defRPr>
            </a:lvl2pPr>
            <a:lvl3pPr algn="l">
              <a:buNone/>
              <a:defRPr sz="1725" b="0">
                <a:solidFill>
                  <a:srgbClr val="52665A"/>
                </a:solidFill>
                <a:latin typeface="Arial"/>
                <a:ea typeface="Arial"/>
                <a:cs typeface="Arial"/>
              </a:defRPr>
            </a:lvl3pPr>
            <a:lvl4pPr algn="l">
              <a:buNone/>
              <a:defRPr sz="1725" b="0">
                <a:solidFill>
                  <a:srgbClr val="52665A"/>
                </a:solidFill>
                <a:latin typeface="Arial"/>
                <a:ea typeface="Arial"/>
                <a:cs typeface="Arial"/>
              </a:defRPr>
            </a:lvl4pPr>
            <a:lvl5pPr algn="l">
              <a:buNone/>
              <a:defRPr sz="1725" b="0">
                <a:solidFill>
                  <a:srgbClr val="52665A"/>
                </a:solidFill>
                <a:latin typeface="Arial"/>
                <a:ea typeface="Arial"/>
                <a:cs typeface="Arial"/>
              </a:defRPr>
            </a:lvl5pPr>
            <a:lvl6pPr algn="l">
              <a:buNone/>
              <a:defRPr sz="1725" b="0">
                <a:solidFill>
                  <a:srgbClr val="52665A"/>
                </a:solidFill>
                <a:latin typeface="Arial"/>
                <a:ea typeface="Arial"/>
                <a:cs typeface="Arial"/>
              </a:defRPr>
            </a:lvl6pPr>
            <a:lvl7pPr algn="l">
              <a:buNone/>
              <a:defRPr sz="1725" b="0">
                <a:solidFill>
                  <a:srgbClr val="52665A"/>
                </a:solidFill>
                <a:latin typeface="Arial"/>
                <a:ea typeface="Arial"/>
                <a:cs typeface="Arial"/>
              </a:defRPr>
            </a:lvl7pPr>
            <a:lvl8pPr algn="l">
              <a:buNone/>
              <a:defRPr sz="1725" b="0">
                <a:solidFill>
                  <a:srgbClr val="52665A"/>
                </a:solidFill>
                <a:latin typeface="Arial"/>
                <a:ea typeface="Arial"/>
                <a:cs typeface="Arial"/>
              </a:defRPr>
            </a:lvl8pPr>
            <a:lvl9pPr algn="l">
              <a:buNone/>
              <a:defRPr sz="1725" b="0">
                <a:solidFill>
                  <a:srgbClr val="52665A"/>
                </a:solidFill>
                <a:latin typeface="Arial"/>
                <a:ea typeface="Arial"/>
                <a:cs typeface="Arial"/>
              </a:defRPr>
            </a:lvl9pPr>
          </a:lstStyle>
          <a:p xmlns:a="http://schemas.openxmlformats.org/drawingml/2006/main">
            <a:pPr algn="l">
              <a:buNone/>
              <a:defRPr sz="2850" b="1">
                <a:solidFill>
                  <a:srgbClr val="FFFFFF"/>
                </a:solidFill>
                <a:latin typeface="Arial"/>
                <a:ea typeface="Arial"/>
                <a:cs typeface="Arial"/>
              </a:defRPr>
            </a:pPr>
            <a:r>
              <a:rPr sz="2850" b="1">
                <a:solidFill>
                  <a:srgbClr val="FFFFFF"/>
                </a:solidFill>
                <a:latin typeface="Arial"/>
                <a:ea typeface="Arial"/>
                <a:cs typeface="Arial"/>
              </a:rPr>
              <a:t>Perbarui</a:t>
            </a:r>
          </a:p>
        </p:txBody>
      </p:sp>
      <p:sp>
        <p:nvSpPr>
          <p:cNvPr id="9" name="03">
            <a:extLst xmlns:a="http://schemas.openxmlformats.org/drawingml/2006/main">
              <a:ext uri="{FF2B5EF4-FFF2-40B4-BE49-F238E27FC236}">
                <a16:creationId xmlns:a16="http://schemas.microsoft.com/office/drawing/2014/main" id="{E238157D-DC7B-4CF5-AAE6-2D2069D4A58C}"/>
              </a:ext>
            </a:extLst>
          </p:cNvPr>
          <p:cNvSpPr>
            <a:spLocks xmlns:a="http://schemas.openxmlformats.org/drawingml/2006/main" noGrp="1"/>
          </p:cNvSpPr>
          <p:nvPr/>
        </p:nvSpPr>
        <p:spPr>
          <a:xfrm xmlns:a="http://schemas.openxmlformats.org/drawingml/2006/main">
            <a:off x="6267450" y="2266950"/>
            <a:ext cx="266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850" b="1">
                <a:solidFill>
                  <a:srgbClr val="E6C58B"/>
                </a:solidFill>
                <a:latin typeface="Arial"/>
                <a:ea typeface="Arial"/>
                <a:cs typeface="Arial"/>
              </a:defRPr>
            </a:defPPr>
            <a:lvl1pPr algn="l">
              <a:defRPr sz="5850" b="1">
                <a:solidFill>
                  <a:srgbClr val="E6C58B"/>
                </a:solidFill>
                <a:latin typeface="Arial"/>
                <a:ea typeface="Arial"/>
                <a:cs typeface="Arial"/>
              </a:defRPr>
            </a:lvl1pPr>
            <a:lvl2pPr algn="l">
              <a:defRPr sz="5850" b="1">
                <a:solidFill>
                  <a:srgbClr val="E6C58B"/>
                </a:solidFill>
                <a:latin typeface="Arial"/>
                <a:ea typeface="Arial"/>
                <a:cs typeface="Arial"/>
              </a:defRPr>
            </a:lvl2pPr>
            <a:lvl3pPr algn="l">
              <a:defRPr sz="5850" b="1">
                <a:solidFill>
                  <a:srgbClr val="E6C58B"/>
                </a:solidFill>
                <a:latin typeface="Arial"/>
                <a:ea typeface="Arial"/>
                <a:cs typeface="Arial"/>
              </a:defRPr>
            </a:lvl3pPr>
            <a:lvl4pPr algn="l">
              <a:defRPr sz="5850" b="1">
                <a:solidFill>
                  <a:srgbClr val="E6C58B"/>
                </a:solidFill>
                <a:latin typeface="Arial"/>
                <a:ea typeface="Arial"/>
                <a:cs typeface="Arial"/>
              </a:defRPr>
            </a:lvl4pPr>
            <a:lvl5pPr algn="l">
              <a:defRPr sz="5850" b="1">
                <a:solidFill>
                  <a:srgbClr val="E6C58B"/>
                </a:solidFill>
                <a:latin typeface="Arial"/>
                <a:ea typeface="Arial"/>
                <a:cs typeface="Arial"/>
              </a:defRPr>
            </a:lvl5pPr>
            <a:lvl6pPr algn="l">
              <a:defRPr sz="5850" b="1">
                <a:solidFill>
                  <a:srgbClr val="E6C58B"/>
                </a:solidFill>
                <a:latin typeface="Arial"/>
                <a:ea typeface="Arial"/>
                <a:cs typeface="Arial"/>
              </a:defRPr>
            </a:lvl6pPr>
            <a:lvl7pPr algn="l">
              <a:defRPr sz="5850" b="1">
                <a:solidFill>
                  <a:srgbClr val="E6C58B"/>
                </a:solidFill>
                <a:latin typeface="Arial"/>
                <a:ea typeface="Arial"/>
                <a:cs typeface="Arial"/>
              </a:defRPr>
            </a:lvl7pPr>
            <a:lvl8pPr algn="l">
              <a:defRPr sz="5850" b="1">
                <a:solidFill>
                  <a:srgbClr val="E6C58B"/>
                </a:solidFill>
                <a:latin typeface="Arial"/>
                <a:ea typeface="Arial"/>
                <a:cs typeface="Arial"/>
              </a:defRPr>
            </a:lvl8pPr>
            <a:lvl9pPr algn="l">
              <a:defRPr sz="5850" b="1">
                <a:solidFill>
                  <a:srgbClr val="E6C58B"/>
                </a:solidFill>
                <a:latin typeface="Arial"/>
                <a:ea typeface="Arial"/>
                <a:cs typeface="Arial"/>
              </a:defRPr>
            </a:lvl9pPr>
          </a:lstStyle>
          <a:p xmlns:a="http://schemas.openxmlformats.org/drawingml/2006/main">
            <a:pPr algn="l">
              <a:defRPr sz="5850" b="1">
                <a:solidFill>
                  <a:srgbClr val="E6C58B"/>
                </a:solidFill>
                <a:latin typeface="Arial"/>
                <a:ea typeface="Arial"/>
                <a:cs typeface="Arial"/>
              </a:defRPr>
            </a:pPr>
            <a:r>
              <a:rPr sz="5850" b="1">
                <a:solidFill>
                  <a:srgbClr val="E6C58B"/>
                </a:solidFill>
                <a:latin typeface="Arial"/>
                <a:ea typeface="Arial"/>
                <a:cs typeface="Arial"/>
              </a:rPr>
              <a:t>03</a:t>
            </a:r>
          </a:p>
        </p:txBody>
      </p:sp>
      <p:sp>
        <p:nvSpPr>
          <p:cNvPr id="10" name="Simpan">
            <a:extLst xmlns:a="http://schemas.openxmlformats.org/drawingml/2006/main">
              <a:ext uri="{FF2B5EF4-FFF2-40B4-BE49-F238E27FC236}">
                <a16:creationId xmlns:a16="http://schemas.microsoft.com/office/drawing/2014/main" id="{64FECEE4-AA3D-4C5B-9A13-1FFE785C45CF}"/>
              </a:ext>
            </a:extLst>
          </p:cNvPr>
          <p:cNvSpPr>
            <a:spLocks xmlns:a="http://schemas.openxmlformats.org/drawingml/2006/main" noGrp="1"/>
          </p:cNvSpPr>
          <p:nvPr/>
        </p:nvSpPr>
        <p:spPr>
          <a:xfrm xmlns:a="http://schemas.openxmlformats.org/drawingml/2006/main">
            <a:off x="6267450" y="3438525"/>
            <a:ext cx="266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Simpan</a:t>
            </a:r>
          </a:p>
        </p:txBody>
      </p:sp>
      <p:sp>
        <p:nvSpPr>
          <p:cNvPr id="11" name="04">
            <a:extLst xmlns:a="http://schemas.openxmlformats.org/drawingml/2006/main">
              <a:ext uri="{FF2B5EF4-FFF2-40B4-BE49-F238E27FC236}">
                <a16:creationId xmlns:a16="http://schemas.microsoft.com/office/drawing/2014/main" id="{19C8D54C-377E-4D66-B6EC-492F023AF4BD}"/>
              </a:ext>
            </a:extLst>
          </p:cNvPr>
          <p:cNvSpPr>
            <a:spLocks xmlns:a="http://schemas.openxmlformats.org/drawingml/2006/main" noGrp="1"/>
          </p:cNvSpPr>
          <p:nvPr/>
        </p:nvSpPr>
        <p:spPr>
          <a:xfrm xmlns:a="http://schemas.openxmlformats.org/drawingml/2006/main">
            <a:off x="9134475" y="2266950"/>
            <a:ext cx="266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850" b="1">
                <a:solidFill>
                  <a:srgbClr val="E6C58B"/>
                </a:solidFill>
                <a:latin typeface="Arial"/>
                <a:ea typeface="Arial"/>
                <a:cs typeface="Arial"/>
              </a:defRPr>
            </a:defPPr>
            <a:lvl1pPr algn="l">
              <a:defRPr sz="5850" b="1">
                <a:solidFill>
                  <a:srgbClr val="E6C58B"/>
                </a:solidFill>
                <a:latin typeface="Arial"/>
                <a:ea typeface="Arial"/>
                <a:cs typeface="Arial"/>
              </a:defRPr>
            </a:lvl1pPr>
            <a:lvl2pPr algn="l">
              <a:defRPr sz="5850" b="1">
                <a:solidFill>
                  <a:srgbClr val="E6C58B"/>
                </a:solidFill>
                <a:latin typeface="Arial"/>
                <a:ea typeface="Arial"/>
                <a:cs typeface="Arial"/>
              </a:defRPr>
            </a:lvl2pPr>
            <a:lvl3pPr algn="l">
              <a:defRPr sz="5850" b="1">
                <a:solidFill>
                  <a:srgbClr val="E6C58B"/>
                </a:solidFill>
                <a:latin typeface="Arial"/>
                <a:ea typeface="Arial"/>
                <a:cs typeface="Arial"/>
              </a:defRPr>
            </a:lvl3pPr>
            <a:lvl4pPr algn="l">
              <a:defRPr sz="5850" b="1">
                <a:solidFill>
                  <a:srgbClr val="E6C58B"/>
                </a:solidFill>
                <a:latin typeface="Arial"/>
                <a:ea typeface="Arial"/>
                <a:cs typeface="Arial"/>
              </a:defRPr>
            </a:lvl4pPr>
            <a:lvl5pPr algn="l">
              <a:defRPr sz="5850" b="1">
                <a:solidFill>
                  <a:srgbClr val="E6C58B"/>
                </a:solidFill>
                <a:latin typeface="Arial"/>
                <a:ea typeface="Arial"/>
                <a:cs typeface="Arial"/>
              </a:defRPr>
            </a:lvl5pPr>
            <a:lvl6pPr algn="l">
              <a:defRPr sz="5850" b="1">
                <a:solidFill>
                  <a:srgbClr val="E6C58B"/>
                </a:solidFill>
                <a:latin typeface="Arial"/>
                <a:ea typeface="Arial"/>
                <a:cs typeface="Arial"/>
              </a:defRPr>
            </a:lvl6pPr>
            <a:lvl7pPr algn="l">
              <a:defRPr sz="5850" b="1">
                <a:solidFill>
                  <a:srgbClr val="E6C58B"/>
                </a:solidFill>
                <a:latin typeface="Arial"/>
                <a:ea typeface="Arial"/>
                <a:cs typeface="Arial"/>
              </a:defRPr>
            </a:lvl7pPr>
            <a:lvl8pPr algn="l">
              <a:defRPr sz="5850" b="1">
                <a:solidFill>
                  <a:srgbClr val="E6C58B"/>
                </a:solidFill>
                <a:latin typeface="Arial"/>
                <a:ea typeface="Arial"/>
                <a:cs typeface="Arial"/>
              </a:defRPr>
            </a:lvl8pPr>
            <a:lvl9pPr algn="l">
              <a:defRPr sz="5850" b="1">
                <a:solidFill>
                  <a:srgbClr val="E6C58B"/>
                </a:solidFill>
                <a:latin typeface="Arial"/>
                <a:ea typeface="Arial"/>
                <a:cs typeface="Arial"/>
              </a:defRPr>
            </a:lvl9pPr>
          </a:lstStyle>
          <a:p xmlns:a="http://schemas.openxmlformats.org/drawingml/2006/main">
            <a:pPr algn="l">
              <a:defRPr sz="5850" b="1">
                <a:solidFill>
                  <a:srgbClr val="E6C58B"/>
                </a:solidFill>
                <a:latin typeface="Arial"/>
                <a:ea typeface="Arial"/>
                <a:cs typeface="Arial"/>
              </a:defRPr>
            </a:pPr>
            <a:r>
              <a:rPr sz="5850" b="1">
                <a:solidFill>
                  <a:srgbClr val="E6C58B"/>
                </a:solidFill>
                <a:latin typeface="Arial"/>
                <a:ea typeface="Arial"/>
                <a:cs typeface="Arial"/>
              </a:rPr>
              <a:t>04</a:t>
            </a:r>
          </a:p>
        </p:txBody>
      </p:sp>
      <p:sp>
        <p:nvSpPr>
          <p:cNvPr id="12" name="Cek publik">
            <a:extLst xmlns:a="http://schemas.openxmlformats.org/drawingml/2006/main">
              <a:ext uri="{FF2B5EF4-FFF2-40B4-BE49-F238E27FC236}">
                <a16:creationId xmlns:a16="http://schemas.microsoft.com/office/drawing/2014/main" id="{7C868BFE-9B54-45B5-B29E-9048B52B2C08}"/>
              </a:ext>
            </a:extLst>
          </p:cNvPr>
          <p:cNvSpPr>
            <a:spLocks xmlns:a="http://schemas.openxmlformats.org/drawingml/2006/main" noGrp="1"/>
          </p:cNvSpPr>
          <p:nvPr/>
        </p:nvSpPr>
        <p:spPr>
          <a:xfrm xmlns:a="http://schemas.openxmlformats.org/drawingml/2006/main">
            <a:off x="9134475" y="3438525"/>
            <a:ext cx="266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Cek publik</a:t>
            </a:r>
          </a:p>
        </p:txBody>
      </p:sp>
      <p:sp>
        <p:nvSpPr>
          <p:cNvPr id="13" name="Cek nama, tanggal, foto, dan tautan sebelum terbit.&#10;Sepakati">
            <a:extLst xmlns:a="http://schemas.openxmlformats.org/drawingml/2006/main">
              <a:ext uri="{FF2B5EF4-FFF2-40B4-BE49-F238E27FC236}">
                <a16:creationId xmlns:a16="http://schemas.microsoft.com/office/drawing/2014/main" id="{CAA8266A-DC3E-4CCD-8BC9-7757EAD14E5B}"/>
              </a:ext>
            </a:extLst>
          </p:cNvPr>
          <p:cNvSpPr>
            <a:spLocks xmlns:a="http://schemas.openxmlformats.org/drawingml/2006/main" noGrp="1"/>
          </p:cNvSpPr>
          <p:nvPr/>
        </p:nvSpPr>
        <p:spPr>
          <a:xfrm xmlns:a="http://schemas.openxmlformats.org/drawingml/2006/main">
            <a:off x="533400" y="468630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D5E1D7"/>
                </a:solidFill>
                <a:latin typeface="Arial"/>
                <a:ea typeface="Arial"/>
                <a:cs typeface="Arial"/>
              </a:defRPr>
            </a:defPPr>
            <a:lvl1pPr algn="l">
              <a:defRPr sz="2175" b="0">
                <a:solidFill>
                  <a:srgbClr val="D5E1D7"/>
                </a:solidFill>
                <a:latin typeface="Arial"/>
                <a:ea typeface="Arial"/>
                <a:cs typeface="Arial"/>
              </a:defRPr>
            </a:lvl1pPr>
            <a:lvl2pPr algn="l">
              <a:defRPr sz="2175" b="0">
                <a:solidFill>
                  <a:srgbClr val="D5E1D7"/>
                </a:solidFill>
                <a:latin typeface="Arial"/>
                <a:ea typeface="Arial"/>
                <a:cs typeface="Arial"/>
              </a:defRPr>
            </a:lvl2pPr>
            <a:lvl3pPr algn="l">
              <a:defRPr sz="2175" b="0">
                <a:solidFill>
                  <a:srgbClr val="D5E1D7"/>
                </a:solidFill>
                <a:latin typeface="Arial"/>
                <a:ea typeface="Arial"/>
                <a:cs typeface="Arial"/>
              </a:defRPr>
            </a:lvl3pPr>
            <a:lvl4pPr algn="l">
              <a:defRPr sz="2175" b="0">
                <a:solidFill>
                  <a:srgbClr val="D5E1D7"/>
                </a:solidFill>
                <a:latin typeface="Arial"/>
                <a:ea typeface="Arial"/>
                <a:cs typeface="Arial"/>
              </a:defRPr>
            </a:lvl4pPr>
            <a:lvl5pPr algn="l">
              <a:defRPr sz="2175" b="0">
                <a:solidFill>
                  <a:srgbClr val="D5E1D7"/>
                </a:solidFill>
                <a:latin typeface="Arial"/>
                <a:ea typeface="Arial"/>
                <a:cs typeface="Arial"/>
              </a:defRPr>
            </a:lvl5pPr>
            <a:lvl6pPr algn="l">
              <a:defRPr sz="2175" b="0">
                <a:solidFill>
                  <a:srgbClr val="D5E1D7"/>
                </a:solidFill>
                <a:latin typeface="Arial"/>
                <a:ea typeface="Arial"/>
                <a:cs typeface="Arial"/>
              </a:defRPr>
            </a:lvl6pPr>
            <a:lvl7pPr algn="l">
              <a:defRPr sz="2175" b="0">
                <a:solidFill>
                  <a:srgbClr val="D5E1D7"/>
                </a:solidFill>
                <a:latin typeface="Arial"/>
                <a:ea typeface="Arial"/>
                <a:cs typeface="Arial"/>
              </a:defRPr>
            </a:lvl7pPr>
            <a:lvl8pPr algn="l">
              <a:defRPr sz="2175" b="0">
                <a:solidFill>
                  <a:srgbClr val="D5E1D7"/>
                </a:solidFill>
                <a:latin typeface="Arial"/>
                <a:ea typeface="Arial"/>
                <a:cs typeface="Arial"/>
              </a:defRPr>
            </a:lvl8pPr>
            <a:lvl9pPr algn="l">
              <a:defRPr sz="2175" b="0">
                <a:solidFill>
                  <a:srgbClr val="D5E1D7"/>
                </a:solidFill>
                <a:latin typeface="Arial"/>
                <a:ea typeface="Arial"/>
                <a:cs typeface="Arial"/>
              </a:defRPr>
            </a:lvl9pPr>
          </a:lstStyle>
          <a:p xmlns:a="http://schemas.openxmlformats.org/drawingml/2006/main">
            <a:pPr algn="l">
              <a:defRPr sz="2175" b="0">
                <a:solidFill>
                  <a:srgbClr val="D5E1D7"/>
                </a:solidFill>
                <a:latin typeface="Arial"/>
                <a:ea typeface="Arial"/>
                <a:cs typeface="Arial"/>
              </a:defRPr>
            </a:pPr>
            <a:r>
              <a:rPr sz="2175" b="0">
                <a:solidFill>
                  <a:srgbClr val="D5E1D7"/>
                </a:solidFill>
                <a:latin typeface="Arial"/>
                <a:ea typeface="Arial"/>
                <a:cs typeface="Arial"/>
              </a:rPr>
              <a:t>Cek nama, tanggal, foto, dan tautan sebelum terbit.</a:t>
            </a:r>
          </a:p>
          <a:p xmlns:a="http://schemas.openxmlformats.org/drawingml/2006/main">
            <a:pPr algn="l">
              <a:defRPr sz="2175" b="0">
                <a:solidFill>
                  <a:srgbClr val="D5E1D7"/>
                </a:solidFill>
                <a:latin typeface="Arial"/>
                <a:ea typeface="Arial"/>
                <a:cs typeface="Arial"/>
              </a:defRPr>
            </a:pPr>
            <a:r>
              <a:rPr sz="2175" b="0">
                <a:solidFill>
                  <a:srgbClr val="D5E1D7"/>
                </a:solidFill>
                <a:latin typeface="Arial"/>
                <a:ea typeface="Arial"/>
                <a:cs typeface="Arial"/>
              </a:rPr>
              <a:t>Sepakati penulis, peninjau, dan penanggung jawab rekap.</a:t>
            </a:r>
          </a:p>
        </p:txBody>
      </p:sp>
      <p:sp>
        <p:nvSpPr>
          <p:cNvPr id="14" name="Simpan pekerjaan. Keluar dari akun. Gunakan manual saat perl">
            <a:extLst xmlns:a="http://schemas.openxmlformats.org/drawingml/2006/main">
              <a:ext uri="{FF2B5EF4-FFF2-40B4-BE49-F238E27FC236}">
                <a16:creationId xmlns:a16="http://schemas.microsoft.com/office/drawing/2014/main" id="{DD71765F-C393-4C28-9880-8A0BA512755D}"/>
              </a:ext>
            </a:extLst>
          </p:cNvPr>
          <p:cNvSpPr>
            <a:spLocks xmlns:a="http://schemas.openxmlformats.org/drawingml/2006/main" noGrp="1"/>
          </p:cNvSpPr>
          <p:nvPr/>
        </p:nvSpPr>
        <p:spPr>
          <a:xfrm xmlns:a="http://schemas.openxmlformats.org/drawingml/2006/main">
            <a:off x="533400" y="60293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E6C58B"/>
                </a:solidFill>
                <a:latin typeface="Arial"/>
                <a:ea typeface="Arial"/>
                <a:cs typeface="Arial"/>
              </a:defRPr>
            </a:defPPr>
            <a:lvl1pPr algn="l">
              <a:defRPr sz="1875" b="0">
                <a:solidFill>
                  <a:srgbClr val="E6C58B"/>
                </a:solidFill>
                <a:latin typeface="Arial"/>
                <a:ea typeface="Arial"/>
                <a:cs typeface="Arial"/>
              </a:defRPr>
            </a:lvl1pPr>
            <a:lvl2pPr algn="l">
              <a:defRPr sz="1875" b="0">
                <a:solidFill>
                  <a:srgbClr val="E6C58B"/>
                </a:solidFill>
                <a:latin typeface="Arial"/>
                <a:ea typeface="Arial"/>
                <a:cs typeface="Arial"/>
              </a:defRPr>
            </a:lvl2pPr>
            <a:lvl3pPr algn="l">
              <a:defRPr sz="1875" b="0">
                <a:solidFill>
                  <a:srgbClr val="E6C58B"/>
                </a:solidFill>
                <a:latin typeface="Arial"/>
                <a:ea typeface="Arial"/>
                <a:cs typeface="Arial"/>
              </a:defRPr>
            </a:lvl3pPr>
            <a:lvl4pPr algn="l">
              <a:defRPr sz="1875" b="0">
                <a:solidFill>
                  <a:srgbClr val="E6C58B"/>
                </a:solidFill>
                <a:latin typeface="Arial"/>
                <a:ea typeface="Arial"/>
                <a:cs typeface="Arial"/>
              </a:defRPr>
            </a:lvl4pPr>
            <a:lvl5pPr algn="l">
              <a:defRPr sz="1875" b="0">
                <a:solidFill>
                  <a:srgbClr val="E6C58B"/>
                </a:solidFill>
                <a:latin typeface="Arial"/>
                <a:ea typeface="Arial"/>
                <a:cs typeface="Arial"/>
              </a:defRPr>
            </a:lvl5pPr>
            <a:lvl6pPr algn="l">
              <a:defRPr sz="1875" b="0">
                <a:solidFill>
                  <a:srgbClr val="E6C58B"/>
                </a:solidFill>
                <a:latin typeface="Arial"/>
                <a:ea typeface="Arial"/>
                <a:cs typeface="Arial"/>
              </a:defRPr>
            </a:lvl6pPr>
            <a:lvl7pPr algn="l">
              <a:defRPr sz="1875" b="0">
                <a:solidFill>
                  <a:srgbClr val="E6C58B"/>
                </a:solidFill>
                <a:latin typeface="Arial"/>
                <a:ea typeface="Arial"/>
                <a:cs typeface="Arial"/>
              </a:defRPr>
            </a:lvl7pPr>
            <a:lvl8pPr algn="l">
              <a:defRPr sz="1875" b="0">
                <a:solidFill>
                  <a:srgbClr val="E6C58B"/>
                </a:solidFill>
                <a:latin typeface="Arial"/>
                <a:ea typeface="Arial"/>
                <a:cs typeface="Arial"/>
              </a:defRPr>
            </a:lvl8pPr>
            <a:lvl9pPr algn="l">
              <a:defRPr sz="1875" b="0">
                <a:solidFill>
                  <a:srgbClr val="E6C58B"/>
                </a:solidFill>
                <a:latin typeface="Arial"/>
                <a:ea typeface="Arial"/>
                <a:cs typeface="Arial"/>
              </a:defRPr>
            </a:lvl9pPr>
          </a:lstStyle>
          <a:p xmlns:a="http://schemas.openxmlformats.org/drawingml/2006/main">
            <a:pPr algn="l">
              <a:defRPr sz="1875" b="0">
                <a:solidFill>
                  <a:srgbClr val="E6C58B"/>
                </a:solidFill>
                <a:latin typeface="Arial"/>
                <a:ea typeface="Arial"/>
                <a:cs typeface="Arial"/>
              </a:defRPr>
            </a:pPr>
            <a:r>
              <a:rPr sz="1875" b="0">
                <a:solidFill>
                  <a:srgbClr val="E6C58B"/>
                </a:solidFill>
                <a:latin typeface="Arial"/>
                <a:ea typeface="Arial"/>
                <a:cs typeface="Arial"/>
              </a:rPr>
              <a:t>Simpan pekerjaan. Keluar dari akun. Gunakan manual saat perlu.</a:t>
            </a:r>
          </a:p>
        </p:txBody>
      </p:sp>
    </p:spTree>
    <p:extLst>
      <p:ext uri="{BB962C8B-B14F-4D97-AF65-F5344CB8AC3E}">
        <p14:creationId xmlns:p14="http://schemas.microsoft.com/office/powerpoint/2010/main" val="6983878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2026-10-31T02:13:41.1480000Z</dcterms:created>
  <dcterms:modified xsi:type="dcterms:W3CDTF">2026-10-31T02:13:41.1480000Z</dcterms:modified>
</coreProperties>
</file>